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88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78"/>
    <p:restoredTop sz="96327"/>
  </p:normalViewPr>
  <p:slideViewPr>
    <p:cSldViewPr snapToGrid="0" snapToObjects="1">
      <p:cViewPr varScale="1">
        <p:scale>
          <a:sx n="83" d="100"/>
          <a:sy n="83" d="100"/>
        </p:scale>
        <p:origin x="91" y="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8171-C08E-454E-8A66-8B8B7F47110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759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08871" y="3455733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21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Tuples – Part 2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9659D-330F-42F2-ADFA-DF9167FE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a Tuple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27B64-7A00-4D98-BD3B-D78201F9B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Unlike lists, tuples are immutable.</a:t>
            </a:r>
          </a:p>
          <a:p>
            <a:endParaRPr lang="en-US" dirty="0"/>
          </a:p>
          <a:p>
            <a:r>
              <a:rPr lang="en-US" dirty="0"/>
              <a:t>This means that elements of a tuple cannot be changed once they have been assigned. </a:t>
            </a:r>
          </a:p>
          <a:p>
            <a:endParaRPr lang="en-US" dirty="0"/>
          </a:p>
          <a:p>
            <a:r>
              <a:rPr lang="en-US" dirty="0"/>
              <a:t>But, if the element is itself a mutable data type like a list, its nested items can be changed.</a:t>
            </a:r>
          </a:p>
          <a:p>
            <a:endParaRPr lang="en-IN" dirty="0"/>
          </a:p>
          <a:p>
            <a:r>
              <a:rPr lang="en-IN" dirty="0"/>
              <a:t>We can also assign a tuple to different values (reassignment).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F7B89-E4F3-4A6E-B5C8-F557062F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52AF-23CB-4946-8F35-5EE81358E4F0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20683-44DA-46B8-B536-FC374195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E4389-1091-4A96-8EBA-5BC4CD29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646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9659D-330F-42F2-ADFA-DF9167FE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a Tuple</a:t>
            </a:r>
            <a:endParaRPr lang="en-IN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F09DE34-0447-4C42-9BE9-A290A072D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563" y="1600201"/>
            <a:ext cx="9679094" cy="4579900"/>
          </a:xfr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7603AD3-368D-4A18-9348-CDF528CB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841EA-B6FA-413F-9FEF-CFE0053B13A4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2D50AEE-8A40-4686-B7C0-DA8302F9A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949D41C-EFCA-445D-A1D0-C22DD882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02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9659D-330F-42F2-ADFA-DF9167FE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a Tuple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27B64-7A00-4D98-BD3B-D78201F9B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We can use </a:t>
            </a:r>
            <a:r>
              <a:rPr lang="en-US" b="1" dirty="0"/>
              <a:t>+</a:t>
            </a:r>
            <a:r>
              <a:rPr lang="en-US" dirty="0"/>
              <a:t> operator to combine two tuples. This is called </a:t>
            </a:r>
            <a:r>
              <a:rPr lang="en-US" b="1" dirty="0"/>
              <a:t>concatenation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We can also repeat the elements in a tuple for a given number of times using the </a:t>
            </a:r>
            <a:r>
              <a:rPr lang="en-US" b="1" dirty="0"/>
              <a:t>*</a:t>
            </a:r>
            <a:r>
              <a:rPr lang="en-US" dirty="0"/>
              <a:t> operator.</a:t>
            </a:r>
          </a:p>
          <a:p>
            <a:endParaRPr lang="en-US" dirty="0"/>
          </a:p>
          <a:p>
            <a:r>
              <a:rPr lang="en-US" dirty="0"/>
              <a:t>Both </a:t>
            </a:r>
            <a:r>
              <a:rPr lang="en-US" b="1" dirty="0"/>
              <a:t>+</a:t>
            </a:r>
            <a:r>
              <a:rPr lang="en-US" dirty="0"/>
              <a:t> and </a:t>
            </a:r>
            <a:r>
              <a:rPr lang="en-US" b="1" dirty="0"/>
              <a:t>*</a:t>
            </a:r>
            <a:r>
              <a:rPr lang="en-US" dirty="0"/>
              <a:t> operations result in a new tuple.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F7B89-E4F3-4A6E-B5C8-F557062F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52AF-23CB-4946-8F35-5EE81358E4F0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20683-44DA-46B8-B536-FC374195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E4389-1091-4A96-8EBA-5BC4CD29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244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9659D-330F-42F2-ADFA-DF9167FE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a Tuple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18F6993-A601-4533-BCA8-1910D665C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352" y="1690687"/>
            <a:ext cx="7819414" cy="290308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F7B89-E4F3-4A6E-B5C8-F557062F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52AF-23CB-4946-8F35-5EE81358E4F0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20683-44DA-46B8-B536-FC374195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E4389-1091-4A96-8EBA-5BC4CD29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494741-2776-421F-BD67-098991B78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989" y="5167313"/>
            <a:ext cx="7068536" cy="9907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E1F7A4-0E2A-47A1-9C76-7D6190667701}"/>
              </a:ext>
            </a:extLst>
          </p:cNvPr>
          <p:cNvSpPr txBox="1"/>
          <p:nvPr/>
        </p:nvSpPr>
        <p:spPr>
          <a:xfrm>
            <a:off x="3156858" y="5167313"/>
            <a:ext cx="1616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12946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ED02-D3DC-4705-AC94-8729162B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Deleting a Tuple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4808A-4E94-4E5C-A6C6-CE7C67074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82346"/>
          </a:xfrm>
        </p:spPr>
        <p:txBody>
          <a:bodyPr/>
          <a:lstStyle/>
          <a:p>
            <a:r>
              <a:rPr lang="en-US" dirty="0"/>
              <a:t>As discussed in the previous slides, we cannot change the elements in a tuple. It means that we cannot delete or remove items from a tuple.</a:t>
            </a:r>
          </a:p>
          <a:p>
            <a:endParaRPr lang="en-US" dirty="0"/>
          </a:p>
          <a:p>
            <a:r>
              <a:rPr lang="en-US" dirty="0"/>
              <a:t>Deleting a tuple entirely, however, is possible using the keyword </a:t>
            </a:r>
            <a:r>
              <a:rPr lang="en-US" b="1" dirty="0"/>
              <a:t>del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6FBF3-AA79-4239-B078-FDFD4186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203E7-45B5-406E-940E-5005F0FC802F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639BE-5592-43C1-B220-07040909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9E35F-818A-4EEC-ADD5-14053012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86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2C5FDFA-EB4B-4C78-9B60-1EB773DD5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982" y="225426"/>
            <a:ext cx="10444409" cy="613092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6FBF3-AA79-4239-B078-FDFD4186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203E7-45B5-406E-940E-5005F0FC802F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639BE-5592-43C1-B220-07040909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9E35F-818A-4EEC-ADD5-14053012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183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36CB-D0E3-428B-81C7-2995B38E9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Tuple Methods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FB730-C9FE-4272-9C6B-3709421AA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06146"/>
          </a:xfrm>
        </p:spPr>
        <p:txBody>
          <a:bodyPr/>
          <a:lstStyle/>
          <a:p>
            <a:r>
              <a:rPr lang="en-US" dirty="0"/>
              <a:t>Methods that add items or remove items are not available with tuple.</a:t>
            </a:r>
          </a:p>
          <a:p>
            <a:pPr lvl="1"/>
            <a:r>
              <a:rPr lang="en-US" dirty="0"/>
              <a:t>Only the following two methods are available.</a:t>
            </a:r>
          </a:p>
          <a:p>
            <a:endParaRPr lang="en-US" dirty="0"/>
          </a:p>
          <a:p>
            <a:r>
              <a:rPr lang="en-US" dirty="0"/>
              <a:t>Some examples of Python tuple methods: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9B568-F933-4B5F-B813-257037C2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203E7-45B5-406E-940E-5005F0FC802F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74FE6-7FB2-4E18-BB92-D991F924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56766-45D3-4F2B-BD5F-66963A24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F627F7-8A7F-44B3-A98D-F2F0F7B45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98" y="4146190"/>
            <a:ext cx="9516803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72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AB8D-BA76-44EF-9AE1-1BAA4E58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Tuple Operations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7019B-7C3A-40DD-BCF7-DFF57DF4F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7318"/>
          </a:xfrm>
        </p:spPr>
        <p:txBody>
          <a:bodyPr/>
          <a:lstStyle/>
          <a:p>
            <a:r>
              <a:rPr lang="en-US" b="1" dirty="0"/>
              <a:t>Tuple Membership Test</a:t>
            </a:r>
          </a:p>
          <a:p>
            <a:pPr lvl="1"/>
            <a:r>
              <a:rPr lang="en-US" dirty="0"/>
              <a:t>We can test if an item exists in a tuple or not, using the keyword </a:t>
            </a:r>
            <a:r>
              <a:rPr lang="en-US" b="1" dirty="0"/>
              <a:t>in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5D183-3DAB-4EC4-BFDF-2F6BFC81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203E7-45B5-406E-940E-5005F0FC802F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C613B-4D93-448B-8E8C-01BB9907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6BAE9-2654-44B1-B9FD-596FD171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1B9C9A-1614-420C-8596-DDDB4444B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622506"/>
            <a:ext cx="7652657" cy="3756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434C0B-D0F6-4C68-A41B-230234C2E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945" y="3266294"/>
            <a:ext cx="1467055" cy="1457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9DB9B4-54EE-4923-8353-23C8D3044D19}"/>
              </a:ext>
            </a:extLst>
          </p:cNvPr>
          <p:cNvSpPr txBox="1"/>
          <p:nvPr/>
        </p:nvSpPr>
        <p:spPr>
          <a:xfrm>
            <a:off x="9108417" y="3323216"/>
            <a:ext cx="1616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600958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AB8D-BA76-44EF-9AE1-1BAA4E58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Tuple Operations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7019B-7C3A-40DD-BCF7-DFF57DF4F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7318"/>
          </a:xfrm>
        </p:spPr>
        <p:txBody>
          <a:bodyPr/>
          <a:lstStyle/>
          <a:p>
            <a:r>
              <a:rPr lang="en-US" b="1" dirty="0"/>
              <a:t>Iterating Through a Tuple</a:t>
            </a:r>
          </a:p>
          <a:p>
            <a:pPr lvl="1"/>
            <a:r>
              <a:rPr lang="en-US" dirty="0"/>
              <a:t>We can use a </a:t>
            </a:r>
            <a:r>
              <a:rPr lang="en-US" b="1" dirty="0"/>
              <a:t>for</a:t>
            </a:r>
            <a:r>
              <a:rPr lang="en-US" dirty="0"/>
              <a:t> loop to iterate through each item in a tuple.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5D183-3DAB-4EC4-BFDF-2F6BFC81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203E7-45B5-406E-940E-5005F0FC802F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C613B-4D93-448B-8E8C-01BB9907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6BAE9-2654-44B1-B9FD-596FD171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9DB9B4-54EE-4923-8353-23C8D3044D19}"/>
              </a:ext>
            </a:extLst>
          </p:cNvPr>
          <p:cNvSpPr txBox="1"/>
          <p:nvPr/>
        </p:nvSpPr>
        <p:spPr>
          <a:xfrm>
            <a:off x="6213481" y="4317259"/>
            <a:ext cx="1616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Output:</a:t>
            </a:r>
            <a:endParaRPr lang="en-IN" sz="3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273A00-B18B-4A67-8E79-A1C79F1EC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10" y="2896174"/>
            <a:ext cx="9736662" cy="13097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CD3DCB-A19C-46A5-B17E-8E245DF49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009" y="4395168"/>
            <a:ext cx="3172268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55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9AC65-0ED9-408D-B036-9F9A5EE5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Tuple over List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48B3C-9309-494C-BD4C-EAC4CE294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tuples are quite similar to lists, both are used in similar situations. However, there are certain advantages of implement a tuple over a list. Here are some of the main advantages:</a:t>
            </a:r>
          </a:p>
          <a:p>
            <a:pPr lvl="1"/>
            <a:r>
              <a:rPr lang="en-US" dirty="0"/>
              <a:t>We generally use tuples for heterogeneous (different) data types and lists for homogeneous (similar) data types.</a:t>
            </a:r>
          </a:p>
          <a:p>
            <a:pPr lvl="1"/>
            <a:r>
              <a:rPr lang="en-US" dirty="0"/>
              <a:t>Since tuples are immutable, iterating through a tuple is faster than with list. So, there is a slight performance boost.</a:t>
            </a:r>
          </a:p>
          <a:p>
            <a:pPr lvl="1"/>
            <a:r>
              <a:rPr lang="en-US" dirty="0"/>
              <a:t>Tuples that contain immutable elements can be used as a key for a dictionary. With lists, this is not possible.</a:t>
            </a:r>
          </a:p>
          <a:p>
            <a:pPr lvl="1"/>
            <a:r>
              <a:rPr lang="en-US" dirty="0"/>
              <a:t>If you have data that doesn’t change, implementing it as tuple will guarantee that it remains write-protected.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449BD-D4CB-4D16-806B-23102BE2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203E7-45B5-406E-940E-5005F0FC802F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C2EFC-E0BE-4B04-A9A7-72D3B156B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97EB7-6820-4480-A48C-DE8D8C57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88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CA6D-44C1-4982-A16C-57347DCDE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F84F3C-EE92-4317-B59C-2783EDD35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529" y="1509939"/>
            <a:ext cx="7246712" cy="464049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B9027-A0A9-4C2D-B9F8-CBAF5466B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203E7-45B5-406E-940E-5005F0FC802F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45274-B95A-4D6F-BC7E-A6FF1AC9A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0E9E6-6C80-4AB7-BF14-64D2B708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D1C93-D772-4602-8373-D9B66FB7377C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30BA52-38AD-44DA-B76D-72F07399F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158" y="3978852"/>
            <a:ext cx="5463109" cy="8593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E48975-F8AF-4BF1-8E31-021DC5D09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158" y="4941114"/>
            <a:ext cx="5405795" cy="8138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E0B37F-181C-403B-A5EA-FA3BB3E8AC3F}"/>
              </a:ext>
            </a:extLst>
          </p:cNvPr>
          <p:cNvSpPr txBox="1"/>
          <p:nvPr/>
        </p:nvSpPr>
        <p:spPr>
          <a:xfrm>
            <a:off x="6627138" y="3291117"/>
            <a:ext cx="1765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Outputs: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586010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76643-D127-42B8-96E6-235F81379E22}" type="datetime1">
              <a:rPr lang="en-IN" smtClean="0"/>
              <a:pPr/>
              <a:t>28-01-2025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71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450</Words>
  <Application>Microsoft Office PowerPoint</Application>
  <PresentationFormat>Widescreen</PresentationFormat>
  <Paragraphs>87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Branch - CSE Python Programming</vt:lpstr>
      <vt:lpstr>Changing a Tuple</vt:lpstr>
      <vt:lpstr>Changing a Tuple</vt:lpstr>
      <vt:lpstr>Changing a Tuple</vt:lpstr>
      <vt:lpstr>Changing a Tuple</vt:lpstr>
      <vt:lpstr>Deleting a Tuple</vt:lpstr>
      <vt:lpstr>PowerPoint Presentation</vt:lpstr>
      <vt:lpstr>Tuple Methods</vt:lpstr>
      <vt:lpstr>Other Tuple Operations</vt:lpstr>
      <vt:lpstr>Other Tuple Operations</vt:lpstr>
      <vt:lpstr>Advantages of Tuple over List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16</cp:revision>
  <dcterms:created xsi:type="dcterms:W3CDTF">2021-12-21T18:25:55Z</dcterms:created>
  <dcterms:modified xsi:type="dcterms:W3CDTF">2025-01-28T16:48:43Z</dcterms:modified>
</cp:coreProperties>
</file>