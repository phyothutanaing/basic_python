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388" r:id="rId2"/>
    <p:sldId id="389" r:id="rId3"/>
    <p:sldId id="390" r:id="rId4"/>
    <p:sldId id="391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0" r:id="rId14"/>
    <p:sldId id="40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D54C3-8144-9E4F-9A23-5A08D92DAE2B}" v="81" dt="2021-12-21T18:59:26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0" autoAdjust="0"/>
    <p:restoredTop sz="96327"/>
  </p:normalViewPr>
  <p:slideViewPr>
    <p:cSldViewPr snapToGrid="0" snapToObjects="1">
      <p:cViewPr varScale="1">
        <p:scale>
          <a:sx n="87" d="100"/>
          <a:sy n="87" d="100"/>
        </p:scale>
        <p:origin x="29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D34EA-CA4A-9D4F-95C2-7EB2B0B7D27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DAFC3-C917-6040-A2DA-0C796181EC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92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78171-C08E-454E-8A66-8B8B7F47110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875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A552-EA9C-C941-87DC-58297CE8A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016A1-FD9A-9C4A-AC35-41710872D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5654D-CC5D-144B-B54D-F6BC4B8E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FF0C2-4DD7-C64B-A470-1F3C60A3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A1E6-FB29-BA43-9F2B-B0173468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3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8779-AFC5-DB42-AE0F-679B91E0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BAF9-67F4-AB41-A579-8977753EF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9C95E-0878-AF47-B06C-90A72F7E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E1957-891E-4C45-A08A-B7B98977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B8727-3497-644C-8C10-91AB042B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3BCC-98AB-7045-893F-764BBF62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677DF-0759-A447-9F0B-754630EEC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4DD7B-6F33-E340-B978-CFB9A403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0D106-FB97-AC41-8E99-56304B1C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5340A-86E7-1B4F-A056-39E35444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6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29E9-5402-854B-88F1-BDD1AB8D0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70C0-032D-C443-BC5F-350E9480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2FB81-8A07-A34A-A41B-755775B19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2ECC6-D50A-6441-BBDC-E96AF773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6376-9594-554D-AC3B-E43C3AA9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7E0A6-3B00-1B41-ABA3-071463B6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8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7136-C463-6642-A1B7-42BF71E7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1D655-56A7-DB4D-B8D4-070253172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98C97-E107-324C-83A2-2B1236F72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342E0-F53A-D147-A8D7-E893C9061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247A1-E5BC-9045-AB0C-67FCCA0E9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D4BE4-A76F-DB46-AA4A-5CC97291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288870-3814-B44A-ADC0-78E9E795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F95C93-10B7-F646-BA68-6446B6C86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3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88E3-1ECE-734D-9814-FF1FF59CC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BC052-4B4A-F147-8F15-D00D2D26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04723-2403-AB4A-BDF1-C16DCB42E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93540-D1A5-1F43-8257-9DA84CE1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1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9E168-26C7-FB41-99A4-8CA7734E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3F4B2-C17A-754F-9C54-D36AAE378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A3279-7DB4-F04B-A197-568C659C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4BCB-4159-2443-BFA3-411610C23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2039-7E5D-2445-8550-DD05E9B74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93630-872C-0A4F-9549-5F6904C0D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5F66B-7FA2-134A-A615-FF114DB8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92AF-1A3D-CE40-8858-616EC31F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D18B2-8D7A-8542-9521-8456FE56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3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B9EA-EA8B-2445-893C-2FB7C0C08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0143D-9506-AA40-9972-C8C940B3A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0B2B3-6C24-CA45-8713-CBCF7DAF1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C6409-4C3E-7E4B-AAA3-FC2A348E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7C8E1-D706-6247-BF0C-929BA655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F7D07-8F12-C84D-8CE6-065CBE4A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3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6F6F-0B3A-174D-ADA0-AA05CF88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2734E-35DB-1644-8FDA-CEDBCBE27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3D087-7CF0-934D-A4AA-4CBCEFC7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C0A09-7A27-AF45-A2EB-D6337537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6B7BC-FF12-B54A-A805-9393D271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2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0799B-65F2-2A46-AF03-89F928FF1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D9EC8-BF3F-DA43-BA8B-B195C8744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1DB90-97E6-1F49-9582-D2FC6D33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F9479-51FA-3343-B8F5-9B32069F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617A9-349A-F842-BBA6-BC26CCFA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6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1DB27-F513-8845-8AB1-50232FC0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266DB-195D-C048-8694-0DA449658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D879E-907A-B34B-B383-845215B55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59EA-96EA-C04B-8183-A467A71EC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0BD1E-3D55-9A46-A611-D2149273B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97C85F-4E22-424E-8ABA-7692FB4188A4}"/>
              </a:ext>
            </a:extLst>
          </p:cNvPr>
          <p:cNvSpPr/>
          <p:nvPr/>
        </p:nvSpPr>
        <p:spPr>
          <a:xfrm>
            <a:off x="5881685" y="4445348"/>
            <a:ext cx="4286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IN" sz="1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E17F5E-7BEC-2A4A-802D-803E2C0108CC}"/>
              </a:ext>
            </a:extLst>
          </p:cNvPr>
          <p:cNvSpPr/>
          <p:nvPr/>
        </p:nvSpPr>
        <p:spPr>
          <a:xfrm>
            <a:off x="3400615" y="5193303"/>
            <a:ext cx="53728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3200" b="1" dirty="0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Smita Tiwari</a:t>
            </a:r>
            <a:endParaRPr lang="en-IN" sz="3200" b="1" dirty="0" smtClean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 &amp; Technology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0A6791E-EF9A-A04B-A2E4-F233C901C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921" y="2478207"/>
            <a:ext cx="5453798" cy="714380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- CSE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  <a:endParaRPr lang="en-US" sz="3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ownload Sharda University Logo PNG and Vector (PDF, SVG, Ai, EPS) F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155" y="93018"/>
            <a:ext cx="4353059" cy="238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A0BEB44-0E1D-AA4B-8233-0A526118C7CE}"/>
              </a:ext>
            </a:extLst>
          </p:cNvPr>
          <p:cNvSpPr/>
          <p:nvPr/>
        </p:nvSpPr>
        <p:spPr>
          <a:xfrm>
            <a:off x="2208871" y="3455733"/>
            <a:ext cx="77563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– 16</a:t>
            </a:r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Lists – Part 1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62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853EE-98EE-4233-892D-DA9A759F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Lists in Python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4FDFD-F87F-4A9E-A429-23CAECA98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72379"/>
          </a:xfrm>
        </p:spPr>
        <p:txBody>
          <a:bodyPr/>
          <a:lstStyle/>
          <a:p>
            <a:r>
              <a:rPr lang="en-US" dirty="0"/>
              <a:t>Python lists are one of the most versatile data types that allow us to work with multiple elements at once.</a:t>
            </a:r>
          </a:p>
          <a:p>
            <a:r>
              <a:rPr lang="en-US" dirty="0"/>
              <a:t>For example,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A715D9-3C60-4AAD-9452-A44B1CB49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438" y="3559997"/>
            <a:ext cx="7954485" cy="1028844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75D7329-C3F5-4521-9EC3-1738C2386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E4CD9-C882-43C0-B898-64AB306FCA1D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20E7B11-3AAE-45F1-BFC3-572BABCC5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4810EF8-B825-4422-9C62-E6E1D1A93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8A89C-7D37-43D9-B1C9-236887193922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593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853EE-98EE-4233-892D-DA9A759F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Create Python Lists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4FDFD-F87F-4A9E-A429-23CAECA98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20317"/>
          </a:xfrm>
        </p:spPr>
        <p:txBody>
          <a:bodyPr/>
          <a:lstStyle/>
          <a:p>
            <a:r>
              <a:rPr lang="en-US" dirty="0"/>
              <a:t>In Python, a list is created by placing elements inside square brackets </a:t>
            </a:r>
            <a:r>
              <a:rPr lang="en-US" b="1" dirty="0"/>
              <a:t>[ ]</a:t>
            </a:r>
            <a:r>
              <a:rPr lang="en-US" dirty="0"/>
              <a:t>, separated by commas.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99FFC2-849C-4FE1-AB99-D94A0826E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126" y="2974127"/>
            <a:ext cx="4601217" cy="117173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661A49-FBF8-43DD-B96A-475DABA69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9B350-7F7C-4B1F-B027-1C6C33CE5072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17503-9D85-48BC-BC40-C3BB34013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50A66-87A0-4C09-AA96-B677828D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8A89C-7D37-43D9-B1C9-236887193922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668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853EE-98EE-4233-892D-DA9A759F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Create Python Lists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4FDFD-F87F-4A9E-A429-23CAECA98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20317"/>
          </a:xfrm>
        </p:spPr>
        <p:txBody>
          <a:bodyPr/>
          <a:lstStyle/>
          <a:p>
            <a:r>
              <a:rPr lang="en-US" dirty="0"/>
              <a:t>A list can have any number of items and they may be of different types (integer, float, string, etc.).</a:t>
            </a:r>
            <a:endParaRPr lang="en-IN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661A49-FBF8-43DD-B96A-475DABA69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9B350-7F7C-4B1F-B027-1C6C33CE5072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17503-9D85-48BC-BC40-C3BB34013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50A66-87A0-4C09-AA96-B677828D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8A89C-7D37-43D9-B1C9-236887193922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229BAD-BA6B-43F5-A6EA-D15A78BBD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423" y="3098718"/>
            <a:ext cx="6773220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383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853EE-98EE-4233-892D-DA9A759F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Create Python Lists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4FDFD-F87F-4A9E-A429-23CAECA98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20317"/>
          </a:xfrm>
        </p:spPr>
        <p:txBody>
          <a:bodyPr/>
          <a:lstStyle/>
          <a:p>
            <a:r>
              <a:rPr lang="en-US" dirty="0"/>
              <a:t>A list can also have another list as an item. </a:t>
            </a:r>
          </a:p>
          <a:p>
            <a:r>
              <a:rPr lang="en-US" dirty="0"/>
              <a:t>This is called a nested list.</a:t>
            </a:r>
            <a:endParaRPr lang="en-IN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661A49-FBF8-43DD-B96A-475DABA69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9B350-7F7C-4B1F-B027-1C6C33CE5072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17503-9D85-48BC-BC40-C3BB34013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50A66-87A0-4C09-AA96-B677828D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8A89C-7D37-43D9-B1C9-236887193922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A3071A-C5C6-49B9-AB0B-B795FFF6D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748" y="3228313"/>
            <a:ext cx="8849960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308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3117-271D-47E0-A991-155D54F63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Access List Elements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9AA65-0D9C-4AD3-AF25-68D2E7420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List Index</a:t>
            </a:r>
          </a:p>
          <a:p>
            <a:pPr lvl="1"/>
            <a:r>
              <a:rPr lang="en-US" dirty="0"/>
              <a:t>We can use the index operator [] to access an item in a list. In Python, indices start at 0. So, a list having 5 elements will have an index from 0 to 4.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Trying to access indexes other than these will raise an </a:t>
            </a:r>
            <a:r>
              <a:rPr lang="en-US" b="1" dirty="0"/>
              <a:t>IndexError</a:t>
            </a:r>
            <a:r>
              <a:rPr lang="en-US" dirty="0"/>
              <a:t>. The index must be an integer. We can't use float or other types; this will result in TypeError.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Nested lists are accessed using nested indexing.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45E7A-7A21-4AD2-B38A-F2A7531F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2640-7416-4A23-B937-97167F733BC9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EB8A5-35C0-42A7-8B5E-A61BCD590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65455-15C6-4B8A-8198-488F4CD7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8A89C-7D37-43D9-B1C9-236887193922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707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EFE7A-D7C7-41A8-8C71-ABEA81CB6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2640-7416-4A23-B937-97167F733BC9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C84C0-2043-4F15-8AE6-083FCED64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F8D96-314D-447C-A80E-FDCDD4D69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8A89C-7D37-43D9-B1C9-236887193922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E736101-179F-44C7-8400-BBB49E4D6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040" y="719192"/>
            <a:ext cx="5074236" cy="514735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D01D66-0985-4657-A5A2-7B455F35A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25" y="603608"/>
            <a:ext cx="6405373" cy="540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474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3117-271D-47E0-A991-155D54F63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Access List Elements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9AA65-0D9C-4AD3-AF25-68D2E7420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Negative Indexing</a:t>
            </a:r>
          </a:p>
          <a:p>
            <a:pPr lvl="1"/>
            <a:r>
              <a:rPr lang="en-US" dirty="0"/>
              <a:t>Python allows negative indexing for its sequences. The index of -1 refers to the last item, -2 to the second last item and so on.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45E7A-7A21-4AD2-B38A-F2A7531F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2640-7416-4A23-B937-97167F733BC9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EB8A5-35C0-42A7-8B5E-A61BCD590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65455-15C6-4B8A-8198-488F4CD7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8A89C-7D37-43D9-B1C9-236887193922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8EF082-351E-4AED-8193-19E4B465D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972" y="3163584"/>
            <a:ext cx="6537622" cy="29209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B8D16C-FFDB-444F-80AF-6CA56EE532C4}"/>
              </a:ext>
            </a:extLst>
          </p:cNvPr>
          <p:cNvSpPr txBox="1"/>
          <p:nvPr/>
        </p:nvSpPr>
        <p:spPr>
          <a:xfrm>
            <a:off x="8722760" y="3706813"/>
            <a:ext cx="20856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Output:</a:t>
            </a:r>
          </a:p>
          <a:p>
            <a:r>
              <a:rPr lang="en-US" sz="3200" dirty="0"/>
              <a:t>n</a:t>
            </a:r>
          </a:p>
          <a:p>
            <a:r>
              <a:rPr lang="en-US" sz="3200" dirty="0"/>
              <a:t>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490383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036AE-B6F5-4BAF-B61E-E3399F359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 Slicing in Python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2A6E7-8D75-49C7-98B3-9CF22AAF7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7301"/>
          </a:xfrm>
        </p:spPr>
        <p:txBody>
          <a:bodyPr/>
          <a:lstStyle/>
          <a:p>
            <a:r>
              <a:rPr lang="en-US" dirty="0"/>
              <a:t>We can access a range of items in a list by using the slicing operator </a:t>
            </a:r>
            <a:r>
              <a:rPr lang="en-US" b="1" dirty="0"/>
              <a:t>‘:’</a:t>
            </a:r>
            <a:r>
              <a:rPr lang="en-US" dirty="0"/>
              <a:t>.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08726-16B7-489A-B49B-5063092D2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2640-7416-4A23-B937-97167F733BC9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77AFA-1CC1-47CF-B6A1-D411E90D3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8131E-4FAC-48FA-9827-DCFCA153E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8A89C-7D37-43D9-B1C9-236887193922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662C28-45B6-4A53-ACCB-F80CE347F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57" y="2650733"/>
            <a:ext cx="5682366" cy="34686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6628FD-7FEE-4180-B568-468B36948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813" y="3253148"/>
            <a:ext cx="4783852" cy="10375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B3BE4B5-7CA5-4566-95BF-D78A1BD21E7D}"/>
              </a:ext>
            </a:extLst>
          </p:cNvPr>
          <p:cNvSpPr txBox="1"/>
          <p:nvPr/>
        </p:nvSpPr>
        <p:spPr>
          <a:xfrm>
            <a:off x="7150813" y="2717570"/>
            <a:ext cx="15924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Output: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06938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0D134-1855-4426-9404-5F86977A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 / Change List Elements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C8B09-338B-4F7E-B22E-6160999D3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90878"/>
          </a:xfrm>
        </p:spPr>
        <p:txBody>
          <a:bodyPr/>
          <a:lstStyle/>
          <a:p>
            <a:r>
              <a:rPr lang="en-US" dirty="0"/>
              <a:t>Lists are mutable – their elements can be changed unlike </a:t>
            </a:r>
            <a:r>
              <a:rPr lang="en-US" b="1" dirty="0"/>
              <a:t>string</a:t>
            </a:r>
            <a:r>
              <a:rPr lang="en-US" dirty="0"/>
              <a:t> or </a:t>
            </a:r>
            <a:r>
              <a:rPr lang="en-US" b="1" dirty="0"/>
              <a:t>tuple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We can use the assignment operator </a:t>
            </a:r>
            <a:r>
              <a:rPr lang="en-US" b="1" dirty="0"/>
              <a:t>‘=‘</a:t>
            </a:r>
            <a:r>
              <a:rPr lang="en-US" dirty="0"/>
              <a:t> to change an item or a range of items.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FBD93-3939-49F4-9308-C13A66363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2640-7416-4A23-B937-97167F733BC9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0FDCD-6D45-49C9-9851-DEEF0FCE0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A5A47-0C59-4062-AF43-9A582B007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8A89C-7D37-43D9-B1C9-236887193922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095E74-E78B-4E30-8FB4-CDEE9E012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22" y="3335556"/>
            <a:ext cx="6021512" cy="31580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47D3DD-42E3-48CB-9763-4538EADE2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3811888"/>
            <a:ext cx="2038635" cy="8287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57F3A5-E92B-4755-AC08-E77C04D4A36D}"/>
              </a:ext>
            </a:extLst>
          </p:cNvPr>
          <p:cNvSpPr txBox="1"/>
          <p:nvPr/>
        </p:nvSpPr>
        <p:spPr>
          <a:xfrm>
            <a:off x="8153400" y="3335556"/>
            <a:ext cx="15924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Output: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0290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61D68-E255-4CC5-85BD-140B04C53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 / Change List Elements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4A296-6CB5-4A32-B146-BE8C69FBF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68946"/>
          </a:xfrm>
        </p:spPr>
        <p:txBody>
          <a:bodyPr/>
          <a:lstStyle/>
          <a:p>
            <a:r>
              <a:rPr lang="en-US" dirty="0"/>
              <a:t>We can add one item to a list using the </a:t>
            </a:r>
            <a:r>
              <a:rPr lang="en-US" b="1" dirty="0"/>
              <a:t>append()</a:t>
            </a:r>
            <a:r>
              <a:rPr lang="en-US" dirty="0"/>
              <a:t> method or add several items using the </a:t>
            </a:r>
            <a:r>
              <a:rPr lang="en-US" b="1" dirty="0"/>
              <a:t>extend()</a:t>
            </a:r>
            <a:r>
              <a:rPr lang="en-US" dirty="0"/>
              <a:t> method.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54543-F4EF-4E94-A769-9DF9DC0FC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2640-7416-4A23-B937-97167F733BC9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231B1-3CA4-4831-84D1-7616EE22D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3D93E-7B1E-462D-9232-12EA69374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8A89C-7D37-43D9-B1C9-236887193922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7EB53C-F4AB-4EB7-AF37-C62D17465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28" y="2667470"/>
            <a:ext cx="4145065" cy="38159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52A31D-E0FE-451F-9737-D7BD61597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319" y="3429000"/>
            <a:ext cx="3696216" cy="885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B61D4A9-A29A-45C6-A248-3B92AF56973B}"/>
              </a:ext>
            </a:extLst>
          </p:cNvPr>
          <p:cNvSpPr txBox="1"/>
          <p:nvPr/>
        </p:nvSpPr>
        <p:spPr>
          <a:xfrm>
            <a:off x="6560905" y="2948357"/>
            <a:ext cx="15924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Output: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53897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8049E-E19D-4FD1-8391-93558E4C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 / Change List Elements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7BD53-1247-4E87-8DF2-1920D0B18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34410"/>
          </a:xfrm>
        </p:spPr>
        <p:txBody>
          <a:bodyPr/>
          <a:lstStyle/>
          <a:p>
            <a:r>
              <a:rPr lang="en-US" dirty="0"/>
              <a:t>We can also use </a:t>
            </a:r>
            <a:r>
              <a:rPr lang="en-US" b="1" dirty="0"/>
              <a:t>+</a:t>
            </a:r>
            <a:r>
              <a:rPr lang="en-US" dirty="0"/>
              <a:t> operator to combine two lists. This is also called concatenation.</a:t>
            </a:r>
          </a:p>
          <a:p>
            <a:r>
              <a:rPr lang="en-US" dirty="0"/>
              <a:t>The </a:t>
            </a:r>
            <a:r>
              <a:rPr lang="en-US" b="1" dirty="0"/>
              <a:t>*</a:t>
            </a:r>
            <a:r>
              <a:rPr lang="en-US" dirty="0"/>
              <a:t> operator repeats a list for the given no. of times.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B27F7-0E7B-4912-8D17-E59BAEA38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2640-7416-4A23-B937-97167F733BC9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D1AB0-239D-456D-A17E-33AEE4E47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16C15-CF95-4B1C-AC29-E97A56A7E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8A89C-7D37-43D9-B1C9-236887193922}" type="slidenum">
              <a:rPr lang="en-IN" smtClean="0"/>
              <a:pPr/>
              <a:t>12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6386F8-6454-4D2F-BD7F-05D23E863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794" y="3166257"/>
            <a:ext cx="3967413" cy="32414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271FFA-C829-4C48-AA25-D94AF61BBE7E}"/>
              </a:ext>
            </a:extLst>
          </p:cNvPr>
          <p:cNvSpPr txBox="1"/>
          <p:nvPr/>
        </p:nvSpPr>
        <p:spPr>
          <a:xfrm>
            <a:off x="6653508" y="3336356"/>
            <a:ext cx="15924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Output:</a:t>
            </a:r>
            <a:endParaRPr lang="en-IN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D64668-EDB8-44D5-9082-A6EFBB996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638" y="3859576"/>
            <a:ext cx="3417261" cy="75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636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8049E-E19D-4FD1-8391-93558E4C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 / Change List Elements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7BD53-1247-4E87-8DF2-1920D0B18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34410"/>
          </a:xfrm>
        </p:spPr>
        <p:txBody>
          <a:bodyPr/>
          <a:lstStyle/>
          <a:p>
            <a:r>
              <a:rPr lang="en-US" dirty="0"/>
              <a:t>Furthermore, we can insert one item at a desired location by using the method </a:t>
            </a:r>
            <a:r>
              <a:rPr lang="en-US" b="1" dirty="0"/>
              <a:t>insert()</a:t>
            </a:r>
            <a:r>
              <a:rPr lang="en-US" dirty="0"/>
              <a:t> or insert multiple items by squeezing it into an empty slice of a list.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B27F7-0E7B-4912-8D17-E59BAEA38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2640-7416-4A23-B937-97167F733BC9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D1AB0-239D-456D-A17E-33AEE4E47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16C15-CF95-4B1C-AC29-E97A56A7E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8A89C-7D37-43D9-B1C9-236887193922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271FFA-C829-4C48-AA25-D94AF61BBE7E}"/>
              </a:ext>
            </a:extLst>
          </p:cNvPr>
          <p:cNvSpPr txBox="1"/>
          <p:nvPr/>
        </p:nvSpPr>
        <p:spPr>
          <a:xfrm>
            <a:off x="6653508" y="3336356"/>
            <a:ext cx="15924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Output:</a:t>
            </a:r>
            <a:endParaRPr lang="en-IN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B99AEA-20B7-40F4-A8DE-BA9AFF17C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056" y="3137652"/>
            <a:ext cx="4374437" cy="33552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CDE732-A222-4AF9-8FAE-217F923CC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254" y="3859576"/>
            <a:ext cx="2838292" cy="76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3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57496"/>
            <a:ext cx="12192000" cy="133350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IN" sz="72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7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AC757-DDD3-264F-B77D-C44FF96F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7E5F4-3610-44D2-BB63-7E9006CFC4FA}" type="datetime1">
              <a:rPr lang="en-IN" smtClean="0"/>
              <a:pPr/>
              <a:t>28-01-2025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46BFF-1913-2942-A686-B7A2F817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BCCB6-5866-B84A-B6CB-0D0953C8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FD74-5DBD-DC4F-A114-E2C9B32FA9B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728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467</Words>
  <Application>Microsoft Office PowerPoint</Application>
  <PresentationFormat>Widescreen</PresentationFormat>
  <Paragraphs>88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Branch - CSE Python Programming</vt:lpstr>
      <vt:lpstr>Lists in Python</vt:lpstr>
      <vt:lpstr>Create Python Lists</vt:lpstr>
      <vt:lpstr>Create Python Lists</vt:lpstr>
      <vt:lpstr>Create Python Lists</vt:lpstr>
      <vt:lpstr>Access List Elements</vt:lpstr>
      <vt:lpstr>PowerPoint Presentation</vt:lpstr>
      <vt:lpstr>Access List Elements</vt:lpstr>
      <vt:lpstr>List Slicing in Python</vt:lpstr>
      <vt:lpstr>Add / Change List Elements</vt:lpstr>
      <vt:lpstr>Add / Change List Elements</vt:lpstr>
      <vt:lpstr>Add / Change List Elements</vt:lpstr>
      <vt:lpstr>Add / Change List Elements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- CSE Python Programming</dc:title>
  <dc:creator>Shobhit Tyagi</dc:creator>
  <cp:lastModifiedBy>Smita Tiwari</cp:lastModifiedBy>
  <cp:revision>16</cp:revision>
  <dcterms:created xsi:type="dcterms:W3CDTF">2021-12-21T18:25:55Z</dcterms:created>
  <dcterms:modified xsi:type="dcterms:W3CDTF">2025-01-28T16:44:45Z</dcterms:modified>
</cp:coreProperties>
</file>