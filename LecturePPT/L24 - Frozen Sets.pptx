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5" autoAdjust="0"/>
    <p:restoredTop sz="96327"/>
  </p:normalViewPr>
  <p:slideViewPr>
    <p:cSldViewPr snapToGrid="0" snapToObjects="1">
      <p:cViewPr varScale="1">
        <p:scale>
          <a:sx n="87" d="100"/>
          <a:sy n="87" d="100"/>
        </p:scale>
        <p:origin x="21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75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24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Frozen Sets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frozenset()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8D0-FB1E-4E14-8F3F-D3728E96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8520" cy="4351338"/>
          </a:xfrm>
        </p:spPr>
        <p:txBody>
          <a:bodyPr/>
          <a:lstStyle/>
          <a:p>
            <a:r>
              <a:rPr lang="en-IN" dirty="0"/>
              <a:t>Python frozenset is an unordered collection of distinct hashable objects. </a:t>
            </a:r>
          </a:p>
          <a:p>
            <a:endParaRPr lang="en-IN" dirty="0"/>
          </a:p>
          <a:p>
            <a:r>
              <a:rPr lang="en-IN" dirty="0"/>
              <a:t>Frozenset is an immutable set, so it’s contents cannot be modified after it’s created.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03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frozenset()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8D0-FB1E-4E14-8F3F-D3728E96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15200" cy="4351338"/>
          </a:xfrm>
        </p:spPr>
        <p:txBody>
          <a:bodyPr/>
          <a:lstStyle/>
          <a:p>
            <a:r>
              <a:rPr lang="en-IN" dirty="0"/>
              <a:t>Python frozenset() function is used to create frozenset object. It’s syntax is: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If the input iterable argument is provided, then frozenset is created from the iterable elements. </a:t>
            </a:r>
          </a:p>
          <a:p>
            <a:endParaRPr lang="en-IN" dirty="0"/>
          </a:p>
          <a:p>
            <a:r>
              <a:rPr lang="en-IN" dirty="0"/>
              <a:t>If no argument is provided, then an empty frozenset object is returned.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D52A7-D145-4558-99A4-66E744F9F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83" y="2828863"/>
            <a:ext cx="6920737" cy="60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325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frozenset() example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DBCA2A-13CD-4AAA-AE60-83404D612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8706"/>
            <a:ext cx="7205108" cy="410009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117FBC-A3E8-4B9C-A331-35F60E670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888" y="1538706"/>
            <a:ext cx="6114696" cy="1325563"/>
          </a:xfrm>
          <a:prstGeom prst="rect">
            <a:avLst/>
          </a:prstGeom>
        </p:spPr>
      </p:pic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998024F1-3DE0-4BDC-83E7-B9C51C1731DE}"/>
              </a:ext>
            </a:extLst>
          </p:cNvPr>
          <p:cNvSpPr/>
          <p:nvPr/>
        </p:nvSpPr>
        <p:spPr>
          <a:xfrm>
            <a:off x="8610600" y="2957145"/>
            <a:ext cx="1584960" cy="2073174"/>
          </a:xfrm>
          <a:prstGeom prst="bentUp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400745-844C-4A70-91ED-10C1BB7A11BC}"/>
              </a:ext>
            </a:extLst>
          </p:cNvPr>
          <p:cNvSpPr txBox="1"/>
          <p:nvPr/>
        </p:nvSpPr>
        <p:spPr>
          <a:xfrm>
            <a:off x="10069432" y="3989924"/>
            <a:ext cx="1386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773730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frozenset() example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A263CFE-CBEC-4340-8AF3-818B5B5C4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9"/>
            <a:ext cx="8925155" cy="3521392"/>
          </a:xfrm>
        </p:spPr>
      </p:pic>
    </p:spTree>
    <p:extLst>
      <p:ext uri="{BB962C8B-B14F-4D97-AF65-F5344CB8AC3E}">
        <p14:creationId xmlns:p14="http://schemas.microsoft.com/office/powerpoint/2010/main" val="4171896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Iterating frozenset elements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8D0-FB1E-4E14-8F3F-D3728E96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8520" cy="940593"/>
          </a:xfrm>
        </p:spPr>
        <p:txBody>
          <a:bodyPr/>
          <a:lstStyle/>
          <a:p>
            <a:r>
              <a:rPr lang="en-IN" dirty="0"/>
              <a:t>We can use the ‘for’ loop to iterate through frozen set elements.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3C71BD-54F1-4968-99EF-7F7C44E77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06" y="2766218"/>
            <a:ext cx="8061144" cy="13255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945B9A-8C9A-4DA7-B027-727A4A33421F}"/>
              </a:ext>
            </a:extLst>
          </p:cNvPr>
          <p:cNvSpPr txBox="1"/>
          <p:nvPr/>
        </p:nvSpPr>
        <p:spPr>
          <a:xfrm>
            <a:off x="838200" y="4226718"/>
            <a:ext cx="1386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Output: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62D761-875D-4309-93E4-9FE2F7F84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742" y="4226718"/>
            <a:ext cx="391498" cy="2399506"/>
          </a:xfrm>
          <a:prstGeom prst="rect">
            <a:avLst/>
          </a:prstGeom>
        </p:spPr>
      </p:pic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C6D29C54-C813-4BDE-B9B5-F49BC77703B3}"/>
              </a:ext>
            </a:extLst>
          </p:cNvPr>
          <p:cNvSpPr/>
          <p:nvPr/>
        </p:nvSpPr>
        <p:spPr>
          <a:xfrm>
            <a:off x="3677582" y="4245519"/>
            <a:ext cx="3398520" cy="1180952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that the duplicate elements are removed while frozenset is being created.</a:t>
            </a:r>
          </a:p>
        </p:txBody>
      </p:sp>
    </p:spTree>
    <p:extLst>
      <p:ext uri="{BB962C8B-B14F-4D97-AF65-F5344CB8AC3E}">
        <p14:creationId xmlns:p14="http://schemas.microsoft.com/office/powerpoint/2010/main" val="353834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frozenset functions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8D0-FB1E-4E14-8F3F-D3728E96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499"/>
            <a:ext cx="7208520" cy="4895851"/>
          </a:xfrm>
        </p:spPr>
        <p:txBody>
          <a:bodyPr>
            <a:normAutofit/>
          </a:bodyPr>
          <a:lstStyle/>
          <a:p>
            <a:r>
              <a:rPr lang="en-IN" dirty="0"/>
              <a:t>Since frozenset is immutable, there are no methods available to alter its elements. So add(), remove(), update(), pop() etc. functions are not defined for frozenset.</a:t>
            </a:r>
          </a:p>
          <a:p>
            <a:r>
              <a:rPr lang="en-IN" dirty="0"/>
              <a:t>Let’s look at some of the methods available for the frozenset object.</a:t>
            </a:r>
          </a:p>
          <a:p>
            <a:pPr lvl="1"/>
            <a:r>
              <a:rPr lang="en-IN" b="1" dirty="0"/>
              <a:t>len(fs):</a:t>
            </a:r>
            <a:r>
              <a:rPr lang="en-IN" dirty="0"/>
              <a:t> returns the number of elements in the frozenset.</a:t>
            </a:r>
          </a:p>
          <a:p>
            <a:pPr lvl="1"/>
            <a:r>
              <a:rPr lang="en-IN" b="1" dirty="0"/>
              <a:t>x in fs:</a:t>
            </a:r>
            <a:r>
              <a:rPr lang="en-IN" dirty="0"/>
              <a:t> returns True if x is present in fs, else returns False.</a:t>
            </a:r>
          </a:p>
          <a:p>
            <a:pPr lvl="1"/>
            <a:r>
              <a:rPr lang="en-IN" b="1" dirty="0"/>
              <a:t>x not in fs:</a:t>
            </a:r>
            <a:r>
              <a:rPr lang="en-IN" dirty="0"/>
              <a:t> returns True if x is not present in fs, else returns False.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881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frozenset functions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8D0-FB1E-4E14-8F3F-D3728E96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499"/>
            <a:ext cx="7208520" cy="5260976"/>
          </a:xfrm>
        </p:spPr>
        <p:txBody>
          <a:bodyPr>
            <a:normAutofit/>
          </a:bodyPr>
          <a:lstStyle/>
          <a:p>
            <a:pPr lvl="1"/>
            <a:r>
              <a:rPr lang="en-IN" b="1" dirty="0"/>
              <a:t>isdisjoint(other):</a:t>
            </a:r>
            <a:r>
              <a:rPr lang="en-IN" dirty="0"/>
              <a:t> returns True if the frozenset has no elements in common with other. Two sets are disjoint if and only if their intersection is the empty set.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issubset(other):</a:t>
            </a:r>
            <a:r>
              <a:rPr lang="en-IN" dirty="0"/>
              <a:t> returns True if every element of the set is present in the other set, else returns False.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issuperset(other):</a:t>
            </a:r>
            <a:r>
              <a:rPr lang="en-IN" dirty="0"/>
              <a:t> returns True if every element in other is present in the set, else returns False.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union(*others):</a:t>
            </a:r>
            <a:r>
              <a:rPr lang="en-IN" dirty="0"/>
              <a:t> returns a new frozenset object with elements from the frozenset and other sets.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94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frozenset functions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8D0-FB1E-4E14-8F3F-D3728E96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499"/>
            <a:ext cx="7208520" cy="4895851"/>
          </a:xfrm>
        </p:spPr>
        <p:txBody>
          <a:bodyPr>
            <a:normAutofit/>
          </a:bodyPr>
          <a:lstStyle/>
          <a:p>
            <a:pPr lvl="1"/>
            <a:r>
              <a:rPr lang="en-IN" b="1" dirty="0"/>
              <a:t>intersection(*others):</a:t>
            </a:r>
            <a:r>
              <a:rPr lang="en-IN" dirty="0"/>
              <a:t> returns a new frozenset with elements from this set and all the other sets.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difference(*others):</a:t>
            </a:r>
            <a:r>
              <a:rPr lang="en-IN" dirty="0"/>
              <a:t> returns a new frozenset with elements in the frozenset that are not in the other sets.</a:t>
            </a:r>
          </a:p>
          <a:p>
            <a:pPr lvl="1"/>
            <a:endParaRPr lang="en-IN" dirty="0"/>
          </a:p>
          <a:p>
            <a:pPr lvl="1"/>
            <a:r>
              <a:rPr lang="en-IN" b="1" dirty="0" err="1"/>
              <a:t>symmetric_difference</a:t>
            </a:r>
            <a:r>
              <a:rPr lang="en-IN" b="1" dirty="0"/>
              <a:t>(other):</a:t>
            </a:r>
            <a:r>
              <a:rPr lang="en-IN" dirty="0"/>
              <a:t> return a new frozenset with elements in either the frozenset or other but not both.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330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896F01-ABB4-46C5-8E1C-2C329A855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75" y="0"/>
            <a:ext cx="5867649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2353F8-5319-4A57-B6D4-12750B613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224" y="3566160"/>
            <a:ext cx="4659085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65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4AA-FE6F-4140-B282-F8C38500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frozenset to list, tuple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8D0-FB1E-4E14-8F3F-D3728E96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15200" cy="4351338"/>
          </a:xfrm>
        </p:spPr>
        <p:txBody>
          <a:bodyPr/>
          <a:lstStyle/>
          <a:p>
            <a:r>
              <a:rPr lang="en-IN" dirty="0"/>
              <a:t>We can easily create list and tuple from frozenset object using built-in functions.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7EC0-8129-46E5-A800-5731457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A2A6-EF52-4A1D-96D0-A9C15DDDE7B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BD617-8B41-48FC-B41D-831D64D0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BF88-154B-4E2D-9250-20982E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418E-E250-4650-9EF5-CAD75E9D15AD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32500E-27BB-4CEE-A188-5DCCE8FB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10" y="2916341"/>
            <a:ext cx="7192379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90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14D1-AD14-4254-996A-39EA814E83DF}" type="datetime1">
              <a:rPr lang="en-IN" smtClean="0"/>
              <a:pPr/>
              <a:t>28-01-2025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79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460</Words>
  <Application>Microsoft Office PowerPoint</Application>
  <PresentationFormat>Widescreen</PresentationFormat>
  <Paragraphs>82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Python frozenset()</vt:lpstr>
      <vt:lpstr>Python frozenset()</vt:lpstr>
      <vt:lpstr>Python frozenset() example</vt:lpstr>
      <vt:lpstr>Python frozenset() example</vt:lpstr>
      <vt:lpstr>Iterating frozenset elements</vt:lpstr>
      <vt:lpstr>Python frozenset functions</vt:lpstr>
      <vt:lpstr>Python frozenset functions</vt:lpstr>
      <vt:lpstr>Python frozenset functions</vt:lpstr>
      <vt:lpstr>PowerPoint Presentation</vt:lpstr>
      <vt:lpstr>Python frozenset to list, tuple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16</cp:revision>
  <dcterms:created xsi:type="dcterms:W3CDTF">2021-12-21T18:25:55Z</dcterms:created>
  <dcterms:modified xsi:type="dcterms:W3CDTF">2025-01-28T16:53:46Z</dcterms:modified>
</cp:coreProperties>
</file>