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 snapToObjects="1">
      <p:cViewPr varScale="1">
        <p:scale>
          <a:sx n="83" d="100"/>
          <a:sy n="83" d="100"/>
        </p:scale>
        <p:origin x="91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648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20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8269-597F-4149-8A08-DEB716B9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6029-2BEA-46F1-A3C6-94D10DEE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tuple in Python is similar to a list.</a:t>
            </a:r>
          </a:p>
          <a:p>
            <a:endParaRPr lang="en-US" dirty="0"/>
          </a:p>
          <a:p>
            <a:r>
              <a:rPr lang="en-US" dirty="0"/>
              <a:t>The difference between the two is that we cannot change the elements of a tuple once it is assigned whereas we can change the elements of a list.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BFA66-9831-4A2A-9635-A27B8BA0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05A8A-DC27-443F-959B-AE96CBDA08E4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6904-CC6D-411A-861F-8582D50F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5EDC9-F990-4306-9895-A70D26C6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49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E3C9-8797-4908-B09F-779C0DE2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699BC-3925-4B2E-AEB5-07418F840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tuple is created by placing all the items (elements) inside parenthesis </a:t>
            </a:r>
            <a:r>
              <a:rPr lang="en-US" b="1" dirty="0"/>
              <a:t>( )</a:t>
            </a:r>
            <a:r>
              <a:rPr lang="en-US" dirty="0"/>
              <a:t>, separated by commas. </a:t>
            </a:r>
          </a:p>
          <a:p>
            <a:r>
              <a:rPr lang="en-US" dirty="0"/>
              <a:t>The parenthesis are optional, however, it is a good practice to use them.</a:t>
            </a:r>
          </a:p>
          <a:p>
            <a:endParaRPr lang="en-US" dirty="0"/>
          </a:p>
          <a:p>
            <a:r>
              <a:rPr lang="en-US" dirty="0"/>
              <a:t>A tuple can have any no. of items and they may be of different types (</a:t>
            </a:r>
            <a:r>
              <a:rPr lang="en-US" b="1" dirty="0"/>
              <a:t>integer</a:t>
            </a:r>
            <a:r>
              <a:rPr lang="en-US" dirty="0"/>
              <a:t>, </a:t>
            </a:r>
            <a:r>
              <a:rPr lang="en-US" b="1" dirty="0"/>
              <a:t>float</a:t>
            </a:r>
            <a:r>
              <a:rPr lang="en-US" dirty="0"/>
              <a:t>, </a:t>
            </a:r>
            <a:r>
              <a:rPr lang="en-US" b="1" dirty="0"/>
              <a:t>list</a:t>
            </a:r>
            <a:r>
              <a:rPr lang="en-US" dirty="0"/>
              <a:t>, </a:t>
            </a:r>
            <a:r>
              <a:rPr lang="en-US" b="1" dirty="0"/>
              <a:t>string</a:t>
            </a:r>
            <a:r>
              <a:rPr lang="en-US" dirty="0"/>
              <a:t>, etc.).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419C7-9EA9-4D51-BDBA-26A68FBB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BCBC-C217-4D79-BA21-D3704B223ED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C9BC6-DF92-43D6-B544-01F069AB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6307D-3E58-4A40-9D55-D1E45436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06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E3C9-8797-4908-B09F-779C0DE2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Tuple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0E60C8-8E9C-4D3E-B79B-587257F56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3737"/>
            <a:ext cx="6139543" cy="4979593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23E8FEA-BC7C-44A0-A56A-0805DD49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A5B3-ED26-4056-9345-756575DD8238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A077F14-3938-4216-99E2-3224F070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9BB7D2-A368-41BD-B164-09D507F0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BF7479-2B97-4DDD-BAC7-D6B21368B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05" y="2693231"/>
            <a:ext cx="5680134" cy="1471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C210AC-6C36-48F9-B875-BFFDA34E4C0E}"/>
              </a:ext>
            </a:extLst>
          </p:cNvPr>
          <p:cNvSpPr txBox="1"/>
          <p:nvPr/>
        </p:nvSpPr>
        <p:spPr>
          <a:xfrm>
            <a:off x="6325705" y="2057400"/>
            <a:ext cx="2121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1011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7FD7-C80C-41F0-9D13-3E915466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2EE95-5240-4316-9BE7-F48E91BE8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95804"/>
          </a:xfrm>
        </p:spPr>
        <p:txBody>
          <a:bodyPr/>
          <a:lstStyle/>
          <a:p>
            <a:r>
              <a:rPr lang="en-US" dirty="0"/>
              <a:t>A tuple can also be created without using parenthesis. This is known as tuple packing.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8FCA-9F82-4F5E-9432-09C905AF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76A5-B7B4-4297-8C1C-E56555FE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59BFB-73AA-4B25-A1D9-396173EB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F0790-491A-4AF8-A72D-04A64406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6" y="2706075"/>
            <a:ext cx="6864561" cy="3487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1D910B-991A-4953-ABB9-BC5DB55B60E1}"/>
              </a:ext>
            </a:extLst>
          </p:cNvPr>
          <p:cNvSpPr txBox="1"/>
          <p:nvPr/>
        </p:nvSpPr>
        <p:spPr>
          <a:xfrm>
            <a:off x="8371113" y="3865248"/>
            <a:ext cx="2121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A67B19-5C59-4FA4-B967-CAB8067C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113" y="4450023"/>
            <a:ext cx="3230027" cy="166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5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C555-E585-4317-9D1B-15F84FDE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CF65-C272-4E47-A597-6247F1F4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214"/>
            <a:ext cx="10515600" cy="1472746"/>
          </a:xfrm>
        </p:spPr>
        <p:txBody>
          <a:bodyPr/>
          <a:lstStyle/>
          <a:p>
            <a:r>
              <a:rPr lang="en-US" dirty="0"/>
              <a:t>Creating a tuple with one element is a bit tricky.</a:t>
            </a:r>
          </a:p>
          <a:p>
            <a:r>
              <a:rPr lang="en-US" dirty="0"/>
              <a:t>Having one element within parenthesis is not enough.</a:t>
            </a:r>
          </a:p>
          <a:p>
            <a:pPr lvl="1"/>
            <a:r>
              <a:rPr lang="en-US" dirty="0"/>
              <a:t>A trailing comma is needed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07F6A-1112-445B-AD4B-BCB4C883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A8F72-B2FB-473B-81DA-086ABBFD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46F2D-8810-428F-A494-0D0FD4B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9705D-807D-4CDD-A373-ECA7D188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0777"/>
            <a:ext cx="6988574" cy="3373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FFA416-5644-4D04-9CDA-9437FFD40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486" y="3768533"/>
            <a:ext cx="2612826" cy="1007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958ECA-1FE2-4DD9-B60F-B6B074F57B5A}"/>
              </a:ext>
            </a:extLst>
          </p:cNvPr>
          <p:cNvSpPr txBox="1"/>
          <p:nvPr/>
        </p:nvSpPr>
        <p:spPr>
          <a:xfrm>
            <a:off x="8893629" y="3145266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07353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B59D-2416-43E3-BB77-624B385F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Tuple Elements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FF908-82F5-4F53-9FA1-3D117274A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  <a:p>
            <a:endParaRPr lang="en-US" dirty="0"/>
          </a:p>
          <a:p>
            <a:r>
              <a:rPr lang="en-US" dirty="0"/>
              <a:t>Negative Indexing</a:t>
            </a:r>
          </a:p>
          <a:p>
            <a:endParaRPr lang="en-US" dirty="0"/>
          </a:p>
          <a:p>
            <a:r>
              <a:rPr lang="en-US" dirty="0"/>
              <a:t>Slicing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295FB-BF24-4340-BD2D-F39109A4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F9D9-5EF3-444C-B2F3-E718B8FB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72742-744B-4160-9E7A-1029E6D1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19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83A5-9595-4A74-9B5B-D8872789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B4B0-75A5-4AE9-B158-C4B14EB19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index operator </a:t>
            </a:r>
            <a:r>
              <a:rPr lang="en-US" b="1" dirty="0"/>
              <a:t>[ ]</a:t>
            </a:r>
            <a:r>
              <a:rPr lang="en-US" dirty="0"/>
              <a:t> to access an item in a tuple, where the index starts from 0.</a:t>
            </a:r>
          </a:p>
          <a:p>
            <a:r>
              <a:rPr lang="en-US" dirty="0"/>
              <a:t>So, a tuple having 6 elements will have indices from 0 to 5. Trying to access an index outside of the tuple index range will raise an </a:t>
            </a:r>
            <a:r>
              <a:rPr lang="en-US" b="1" dirty="0"/>
              <a:t>IndexError</a:t>
            </a:r>
            <a:r>
              <a:rPr lang="en-US" dirty="0"/>
              <a:t>.</a:t>
            </a:r>
          </a:p>
          <a:p>
            <a:r>
              <a:rPr lang="en-US" dirty="0"/>
              <a:t>The index must be an integer, so we cannot use float or other types. This will result in </a:t>
            </a:r>
            <a:r>
              <a:rPr lang="en-US" b="1" dirty="0"/>
              <a:t>TypeError</a:t>
            </a:r>
            <a:r>
              <a:rPr lang="en-US" dirty="0"/>
              <a:t>.</a:t>
            </a:r>
          </a:p>
          <a:p>
            <a:r>
              <a:rPr lang="en-US" dirty="0"/>
              <a:t>Likewise, nested tuples are accessed using nested indexing.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8331-0628-47A3-A818-114A5ADB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BAA06-2E06-4434-8F77-6BD792B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AEF6-AD98-44E1-8C04-2AD9978A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5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19DEA1-5096-4292-9486-126C0E47F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69" y="136525"/>
            <a:ext cx="6028589" cy="63480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8331-0628-47A3-A818-114A5ADB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BAA06-2E06-4434-8F77-6BD792B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AEF6-AD98-44E1-8C04-2AD9978A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FD6D95-C0E7-478E-B7CF-85EAE9F8E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265" y="860333"/>
            <a:ext cx="409632" cy="18290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BD7E83-3A38-4841-818A-0B9940AB77E4}"/>
              </a:ext>
            </a:extLst>
          </p:cNvPr>
          <p:cNvSpPr txBox="1"/>
          <p:nvPr/>
        </p:nvSpPr>
        <p:spPr>
          <a:xfrm>
            <a:off x="8513485" y="977419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8639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83A5-9595-4A74-9B5B-D8872789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Indexing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B4B0-75A5-4AE9-B158-C4B14EB19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allows negative indexing for its sequences.</a:t>
            </a:r>
          </a:p>
          <a:p>
            <a:endParaRPr lang="en-US" dirty="0"/>
          </a:p>
          <a:p>
            <a:r>
              <a:rPr lang="en-US" dirty="0"/>
              <a:t>The index of -1 refers to the last item, -2 to the second last item and so on.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8331-0628-47A3-A818-114A5ADB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BAA06-2E06-4434-8F77-6BD792B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AEF6-AD98-44E1-8C04-2AD9978A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81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83A5-9595-4A74-9B5B-D8872789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Indexing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C6D12E-4ED0-4210-BE17-5C89EBCD0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081" y="1690688"/>
            <a:ext cx="10863154" cy="362105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8331-0628-47A3-A818-114A5ADB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BAA06-2E06-4434-8F77-6BD792B5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AEF6-AD98-44E1-8C04-2AD9978A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D4775D-C7D8-4866-95C8-CE2FE0DA6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786" y="3921371"/>
            <a:ext cx="539123" cy="1390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5DF35F-D98E-4501-9FCC-7F3DB4FAAB8F}"/>
              </a:ext>
            </a:extLst>
          </p:cNvPr>
          <p:cNvSpPr txBox="1"/>
          <p:nvPr/>
        </p:nvSpPr>
        <p:spPr>
          <a:xfrm>
            <a:off x="7190295" y="4116580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46395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F3AC-5DD4-4A83-B975-C023FEF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Slicing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DEF3-B8E7-4454-A5AD-BE4A197C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499"/>
            <a:ext cx="10515600" cy="907301"/>
          </a:xfrm>
        </p:spPr>
        <p:txBody>
          <a:bodyPr>
            <a:normAutofit/>
          </a:bodyPr>
          <a:lstStyle/>
          <a:p>
            <a:r>
              <a:rPr lang="en-US" dirty="0"/>
              <a:t>We can access a range of items in a tuple by using the slicing operator colon </a:t>
            </a:r>
            <a:r>
              <a:rPr lang="en-US" b="1" dirty="0"/>
              <a:t>‘:’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CE9F-6A14-4359-B36A-85710857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B8110-D2FF-49FF-B760-7AE6A041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7E352-82DC-46AE-B0BF-0EBC6937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247054-3561-4B04-B8CD-9FC79652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7565"/>
            <a:ext cx="7434210" cy="4048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48D05-5969-40BB-8F33-6A497999C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524" y="5251229"/>
            <a:ext cx="7091634" cy="11638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334FA0-98D8-4E79-BE09-871AAEC1506A}"/>
              </a:ext>
            </a:extLst>
          </p:cNvPr>
          <p:cNvSpPr txBox="1"/>
          <p:nvPr/>
        </p:nvSpPr>
        <p:spPr>
          <a:xfrm>
            <a:off x="5070524" y="4666454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5126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5F16-E7F8-4E28-B271-4B9041C0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Slicing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A129-3ACD-4D13-9C57-85217D523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4442"/>
          </a:xfrm>
        </p:spPr>
        <p:txBody>
          <a:bodyPr/>
          <a:lstStyle/>
          <a:p>
            <a:r>
              <a:rPr lang="en-US" dirty="0"/>
              <a:t>Slicing can be best visualized by considering the index to be between the elements as shown below. </a:t>
            </a:r>
          </a:p>
          <a:p>
            <a:r>
              <a:rPr lang="en-US" dirty="0"/>
              <a:t>So, if we want to access a range, we need the index that will slice the portion from the tuple.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C7113-ECA3-4537-A1C1-3AD31CEB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9537-FC52-4F06-8E88-C35B3803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75914-F9D2-47F5-837E-4A919426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13</a:t>
            </a:fld>
            <a:endParaRPr lang="en-IN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B892393-00CA-494C-AECE-8F24FEC860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36000" y="3925407"/>
          <a:ext cx="6120000" cy="518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249237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249313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3879679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400213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4457967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7022248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163760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6307963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9705851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7030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  <a:endParaRPr lang="en-IN" sz="28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89875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99C705D-6B14-42A0-BE11-EE462D8994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36000" y="4622718"/>
          <a:ext cx="6120000" cy="518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249237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249313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3879679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400213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4457967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7022248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163760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6307963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9705851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7030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  <a:endParaRPr lang="en-IN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89875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731B3B05-ECDA-4D22-B499-371850063A5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36000" y="5320029"/>
          <a:ext cx="6120000" cy="457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3249237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249313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3879679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400213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44579674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7022248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163760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6307963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9705851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7030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-10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-9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-8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-7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-6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-5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-4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-3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-2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-1</a:t>
                      </a:r>
                      <a:endParaRPr lang="en-IN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8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92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069D-8EE3-41B0-BD6F-A30933A4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#1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C10521-D596-4A31-BFAB-2E21F358B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315" y="1343736"/>
            <a:ext cx="9799395" cy="395772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3EC4-72CC-4ECC-8442-92DA750C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8EC6-020C-4BF1-9EB3-92D1A72B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2432-22AB-43C6-A511-AE0717E1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D3DA20-675F-4A2F-A106-FC97B923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5479537"/>
            <a:ext cx="8392346" cy="1013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648A9C-91F5-4022-82E0-60F6F2930372}"/>
              </a:ext>
            </a:extLst>
          </p:cNvPr>
          <p:cNvSpPr txBox="1"/>
          <p:nvPr/>
        </p:nvSpPr>
        <p:spPr>
          <a:xfrm>
            <a:off x="2019100" y="5676927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20423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069D-8EE3-41B0-BD6F-A30933A4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#2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3EC4-72CC-4ECC-8442-92DA750C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6980-EAF4-4E69-8C0B-8CB7B3458776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8EC6-020C-4BF1-9EB3-92D1A72B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2432-22AB-43C6-A511-AE0717E1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721ED-1501-4E1E-A908-1DAC17F7AD31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48A9C-91F5-4022-82E0-60F6F2930372}"/>
              </a:ext>
            </a:extLst>
          </p:cNvPr>
          <p:cNvSpPr txBox="1"/>
          <p:nvPr/>
        </p:nvSpPr>
        <p:spPr>
          <a:xfrm>
            <a:off x="1936907" y="5557570"/>
            <a:ext cx="1757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BBD6DC4-CBF8-4DF8-BC5B-4A21E0FCF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669" y="1635937"/>
            <a:ext cx="10515600" cy="3405194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3BA10B-583C-4ABB-BCCE-6E3CB00B9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5476127"/>
            <a:ext cx="8348887" cy="74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47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8FF9-4914-4963-B692-327B56D10CA9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01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495</Words>
  <Application>Microsoft Office PowerPoint</Application>
  <PresentationFormat>Widescreen</PresentationFormat>
  <Paragraphs>131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Python Tuple</vt:lpstr>
      <vt:lpstr>Creating a Tuple</vt:lpstr>
      <vt:lpstr>Creating a Tuple</vt:lpstr>
      <vt:lpstr>Creating a Tuple</vt:lpstr>
      <vt:lpstr>Creating a Tuple</vt:lpstr>
      <vt:lpstr>Access Tuple Elements</vt:lpstr>
      <vt:lpstr>Indexing</vt:lpstr>
      <vt:lpstr>PowerPoint Presentation</vt:lpstr>
      <vt:lpstr>Negative Indexing</vt:lpstr>
      <vt:lpstr>Negative Indexing</vt:lpstr>
      <vt:lpstr>Slicing</vt:lpstr>
      <vt:lpstr>Slicing</vt:lpstr>
      <vt:lpstr>Example #1</vt:lpstr>
      <vt:lpstr>Example #2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2025-01-28T16:47:48Z</dcterms:modified>
</cp:coreProperties>
</file>