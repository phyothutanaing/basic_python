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51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22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Set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is an unordered collection of items. </a:t>
            </a:r>
          </a:p>
          <a:p>
            <a:endParaRPr lang="en-US" dirty="0"/>
          </a:p>
          <a:p>
            <a:r>
              <a:rPr lang="en-US" dirty="0"/>
              <a:t>Every set element is unique (no duplicates) and must be immutable (cannot be changed).</a:t>
            </a:r>
          </a:p>
          <a:p>
            <a:pPr lvl="1"/>
            <a:r>
              <a:rPr lang="en-US" dirty="0"/>
              <a:t>However, a set itself is mutable. We can add or remove items from it.</a:t>
            </a:r>
          </a:p>
          <a:p>
            <a:endParaRPr lang="en-US" dirty="0"/>
          </a:p>
          <a:p>
            <a:r>
              <a:rPr lang="en-US" dirty="0"/>
              <a:t>Sets can also be used to perform mathematical set operations like union, intersection, symmetric difference, etc.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16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Python Sets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is created by placing all the items (elements) inside curly braces </a:t>
            </a:r>
            <a:r>
              <a:rPr lang="en-US" b="1" dirty="0"/>
              <a:t>{ }</a:t>
            </a:r>
            <a:r>
              <a:rPr lang="en-US" dirty="0"/>
              <a:t>, separated by comma, or by using the built-in </a:t>
            </a:r>
            <a:r>
              <a:rPr lang="en-US" b="1" dirty="0"/>
              <a:t>set()</a:t>
            </a:r>
            <a:r>
              <a:rPr lang="en-US" dirty="0"/>
              <a:t> function.</a:t>
            </a:r>
          </a:p>
          <a:p>
            <a:endParaRPr lang="en-US" dirty="0"/>
          </a:p>
          <a:p>
            <a:r>
              <a:rPr lang="en-US" dirty="0"/>
              <a:t>It can have any no. of items and they may be of different types (integer, float, tuple, string, etc.).</a:t>
            </a:r>
          </a:p>
          <a:p>
            <a:endParaRPr lang="en-US" dirty="0"/>
          </a:p>
          <a:p>
            <a:r>
              <a:rPr lang="en-US" dirty="0"/>
              <a:t>But a set cannot have mutable elements like lists, sets or dictionaries as its elements.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62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C17BB-DF87-40DD-9583-107C421F9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788" y="704016"/>
            <a:ext cx="8986461" cy="40094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7CBD0-FD46-4A6F-AF39-22BCCF36F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94" y="4966940"/>
            <a:ext cx="5953956" cy="981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E0D0BA-D8A9-404E-9C38-78641FD16B1D}"/>
              </a:ext>
            </a:extLst>
          </p:cNvPr>
          <p:cNvSpPr txBox="1"/>
          <p:nvPr/>
        </p:nvSpPr>
        <p:spPr>
          <a:xfrm>
            <a:off x="4310742" y="5072743"/>
            <a:ext cx="1785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453DA5-B04D-4B84-B0F1-8CB7B028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6621-6B8F-4C86-981C-79F1AAAAE915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EF09938-0673-4C27-8EB1-BCB455B0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53421F3-4B6C-4481-B925-07A55405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15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E0D0BA-D8A9-404E-9C38-78641FD16B1D}"/>
              </a:ext>
            </a:extLst>
          </p:cNvPr>
          <p:cNvSpPr txBox="1"/>
          <p:nvPr/>
        </p:nvSpPr>
        <p:spPr>
          <a:xfrm>
            <a:off x="6189991" y="1473833"/>
            <a:ext cx="1785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453DA5-B04D-4B84-B0F1-8CB7B028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6621-6B8F-4C86-981C-79F1AAAAE915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EF09938-0673-4C27-8EB1-BCB455B0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53421F3-4B6C-4481-B925-07A55405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ED7726-1F49-428E-A438-3AC9CC727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63" y="561485"/>
            <a:ext cx="6002011" cy="5632904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BDB303-870C-41EE-9A3C-52F46BB02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74" y="2058608"/>
            <a:ext cx="5970226" cy="209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8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2763-4757-4A03-B296-6D71A1F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Python Sets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2A-BF88-4864-A39A-3F928C2A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96746"/>
          </a:xfrm>
        </p:spPr>
        <p:txBody>
          <a:bodyPr/>
          <a:lstStyle/>
          <a:p>
            <a:r>
              <a:rPr lang="en-US" dirty="0"/>
              <a:t>Creating an empty set is a bit precarious (tricky).</a:t>
            </a:r>
          </a:p>
          <a:p>
            <a:endParaRPr lang="en-US" dirty="0"/>
          </a:p>
          <a:p>
            <a:r>
              <a:rPr lang="en-US" dirty="0"/>
              <a:t>Empty curly braces </a:t>
            </a:r>
            <a:r>
              <a:rPr lang="en-US" b="1" dirty="0"/>
              <a:t>{ }</a:t>
            </a:r>
            <a:r>
              <a:rPr lang="en-US" dirty="0"/>
              <a:t> will make an empty dictionary in Python. </a:t>
            </a:r>
          </a:p>
          <a:p>
            <a:endParaRPr lang="en-US" dirty="0"/>
          </a:p>
          <a:p>
            <a:r>
              <a:rPr lang="en-US" dirty="0"/>
              <a:t>To make a set without any elements, we use the </a:t>
            </a:r>
            <a:r>
              <a:rPr lang="en-US" b="1" dirty="0"/>
              <a:t>set()</a:t>
            </a:r>
            <a:r>
              <a:rPr lang="en-US" dirty="0"/>
              <a:t> function without any argument.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9991-58BB-4137-81C4-63EA1F8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2CD7-6467-4936-B84B-BDF5780AFD8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A207-A988-4F8C-A7A6-E49FD4A8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E10-3098-4EA3-AAEE-80A2E93E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7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453DA5-B04D-4B84-B0F1-8CB7B028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66621-6B8F-4C86-981C-79F1AAAAE915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EF09938-0673-4C27-8EB1-BCB455B0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7392" y="6356350"/>
            <a:ext cx="4114800" cy="365125"/>
          </a:xfrm>
        </p:spPr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53421F3-4B6C-4481-B925-07A55405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9DAE49F-20CA-4D3B-B527-80D149F17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685" y="606704"/>
            <a:ext cx="11644630" cy="526279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41B09A-C751-4224-B94D-BBA26C1BD0D6}"/>
              </a:ext>
            </a:extLst>
          </p:cNvPr>
          <p:cNvSpPr txBox="1"/>
          <p:nvPr/>
        </p:nvSpPr>
        <p:spPr>
          <a:xfrm>
            <a:off x="5758543" y="2536991"/>
            <a:ext cx="1785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FE4FFF-4231-40BB-A09D-3743C8C8B9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13"/>
          <a:stretch/>
        </p:blipFill>
        <p:spPr>
          <a:xfrm>
            <a:off x="7296588" y="2536991"/>
            <a:ext cx="3477110" cy="93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02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C2F-B542-45FE-82AA-4C0990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Modifying a set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D758-069C-46BF-ADF1-DBCDBDE95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are mutable. </a:t>
            </a:r>
          </a:p>
          <a:p>
            <a:endParaRPr lang="en-US" dirty="0"/>
          </a:p>
          <a:p>
            <a:r>
              <a:rPr lang="en-US" dirty="0"/>
              <a:t>However, since they are unordered, indexing has no meaning.</a:t>
            </a:r>
          </a:p>
          <a:p>
            <a:endParaRPr lang="en-US" dirty="0"/>
          </a:p>
          <a:p>
            <a:r>
              <a:rPr lang="en-US" dirty="0"/>
              <a:t>We cannot access or change an element of a set using indexing or slicing. </a:t>
            </a:r>
          </a:p>
          <a:p>
            <a:endParaRPr lang="en-US" dirty="0"/>
          </a:p>
          <a:p>
            <a:r>
              <a:rPr lang="en-US" dirty="0"/>
              <a:t>Set data type does not support it.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5A630-F10A-481A-AF96-4F18FB4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AFFE-0C22-43A2-A31E-63E9E60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CC9B-3A68-451C-B6C2-3E3BA4C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3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C2F-B542-45FE-82AA-4C0990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Modifying a set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D758-069C-46BF-ADF1-DBCDBDE95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add a single element using the </a:t>
            </a:r>
            <a:r>
              <a:rPr lang="en-US" b="1" dirty="0"/>
              <a:t>add() </a:t>
            </a:r>
            <a:r>
              <a:rPr lang="en-US" dirty="0"/>
              <a:t>method, and multiple elements using the </a:t>
            </a:r>
            <a:r>
              <a:rPr lang="en-US" b="1" dirty="0"/>
              <a:t>update()</a:t>
            </a:r>
            <a:r>
              <a:rPr lang="en-US" dirty="0"/>
              <a:t> method.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update()</a:t>
            </a:r>
            <a:r>
              <a:rPr lang="en-US" dirty="0"/>
              <a:t> method can take tuples, lists, strings or other sets as its argument.</a:t>
            </a:r>
          </a:p>
          <a:p>
            <a:endParaRPr lang="en-US" dirty="0"/>
          </a:p>
          <a:p>
            <a:r>
              <a:rPr lang="en-US" dirty="0"/>
              <a:t>In all cases, duplicates are avoided.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5A630-F10A-481A-AF96-4F18FB4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AFFE-0C22-43A2-A31E-63E9E60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CC9B-3A68-451C-B6C2-3E3BA4C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57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C2F-B542-45FE-82AA-4C0990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Modifying a set in Python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5A630-F10A-481A-AF96-4F18FB4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AFFE-0C22-43A2-A31E-63E9E60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CC9B-3A68-451C-B6C2-3E3BA4C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D55EBE-8248-4D1A-8044-575590985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0505"/>
            <a:ext cx="5257800" cy="1814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5B0C7B-1B18-4A2F-96FE-84ACF6F9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17482"/>
            <a:ext cx="11027229" cy="231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33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C2F-B542-45FE-82AA-4C0990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Modifying a set in Python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5A630-F10A-481A-AF96-4F18FB4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AFFE-0C22-43A2-A31E-63E9E60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CC9B-3A68-451C-B6C2-3E3BA4C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632E2-2D1E-46F6-B220-F98FA785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12" y="1625374"/>
            <a:ext cx="4725059" cy="1886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519057-35FF-4721-8A38-B224DFC9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12" y="4028967"/>
            <a:ext cx="6592220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7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C2F-B542-45FE-82AA-4C0990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Modifying a set in Python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5A630-F10A-481A-AF96-4F18FB4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AFFE-0C22-43A2-A31E-63E9E60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CC9B-3A68-451C-B6C2-3E3BA4C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0FC7F7-03A3-4BB8-AD08-2B89C1F99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66" y="1690688"/>
            <a:ext cx="8392696" cy="1914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54353F-F9F8-4308-B4C8-6C8563509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66" y="3878591"/>
            <a:ext cx="10240804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71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9877-0632-4314-8D49-44F007E9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A617FE-BAE7-44AB-AD89-104D54876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0866"/>
            <a:ext cx="10704177" cy="287600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ED61-0B5D-48D1-88BF-978FCFBB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B953-B4CB-4778-A07B-66A4D464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0E891-298E-4B85-A143-9470C834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C5F6-266C-47CE-A7FA-312F669C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Frozen Sets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2807-5E7C-4C64-BC95-387473D39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frozenset()</a:t>
            </a:r>
            <a:r>
              <a:rPr lang="en-US" dirty="0"/>
              <a:t> function returns an immutable frozenset object initialized with elements from the given Iterable.</a:t>
            </a:r>
          </a:p>
          <a:p>
            <a:r>
              <a:rPr lang="en-US" b="1" dirty="0"/>
              <a:t>Frozen set</a:t>
            </a:r>
            <a:r>
              <a:rPr lang="en-US" dirty="0"/>
              <a:t> is just an immutable version of a </a:t>
            </a:r>
            <a:r>
              <a:rPr lang="en-US" b="1" dirty="0"/>
              <a:t>Python set</a:t>
            </a:r>
            <a:r>
              <a:rPr lang="en-US" dirty="0"/>
              <a:t> object. While elements of a set can be modified at any time, elements of the frozen set remain the same after creation.</a:t>
            </a:r>
          </a:p>
          <a:p>
            <a:r>
              <a:rPr lang="en-US" dirty="0"/>
              <a:t>Due to this, frozen sets can be used as keys in </a:t>
            </a:r>
            <a:r>
              <a:rPr lang="en-US" b="1" dirty="0"/>
              <a:t>Dictionary</a:t>
            </a:r>
            <a:r>
              <a:rPr lang="en-US" dirty="0"/>
              <a:t> or as elements of another set. But like sets, it is unordered (the elements can be set at any index).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FB37-344D-412C-B0A3-76D135A8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B88C-1DB1-4037-83B5-40BC0ADB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67CE-464F-4C33-96B5-66FDC438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66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C5F6-266C-47CE-A7FA-312F669C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Frozen Sets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184460-64BB-4830-AD79-4EC69EF3D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04" y="1455510"/>
            <a:ext cx="9958555" cy="490083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FB37-344D-412C-B0A3-76D135A8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C998-95AE-40C6-AF2C-15EA12B9938E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B88C-1DB1-4037-83B5-40BC0ADB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67CE-464F-4C33-96B5-66FDC438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03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14D1-AD14-4254-996A-39EA814E83DF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2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486</Words>
  <Application>Microsoft Office PowerPoint</Application>
  <PresentationFormat>Widescreen</PresentationFormat>
  <Paragraphs>99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Python Set</vt:lpstr>
      <vt:lpstr>Creating Python Sets</vt:lpstr>
      <vt:lpstr>PowerPoint Presentation</vt:lpstr>
      <vt:lpstr>PowerPoint Presentation</vt:lpstr>
      <vt:lpstr>Creating Python Sets</vt:lpstr>
      <vt:lpstr>PowerPoint Presentation</vt:lpstr>
      <vt:lpstr>Modifying a set in Python</vt:lpstr>
      <vt:lpstr>Modifying a set in Python</vt:lpstr>
      <vt:lpstr>Modifying a set in Python</vt:lpstr>
      <vt:lpstr>Modifying a set in Python</vt:lpstr>
      <vt:lpstr>Modifying a set in Python</vt:lpstr>
      <vt:lpstr>Example</vt:lpstr>
      <vt:lpstr>Frozen Sets</vt:lpstr>
      <vt:lpstr>Frozen Sets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17</cp:revision>
  <dcterms:created xsi:type="dcterms:W3CDTF">2021-12-21T18:25:55Z</dcterms:created>
  <dcterms:modified xsi:type="dcterms:W3CDTF">2025-01-28T16:51:49Z</dcterms:modified>
</cp:coreProperties>
</file>