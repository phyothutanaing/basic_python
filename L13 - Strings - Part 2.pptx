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388" r:id="rId2"/>
    <p:sldId id="389" r:id="rId3"/>
    <p:sldId id="390" r:id="rId4"/>
    <p:sldId id="391" r:id="rId5"/>
    <p:sldId id="392" r:id="rId6"/>
    <p:sldId id="393" r:id="rId7"/>
    <p:sldId id="394" r:id="rId8"/>
    <p:sldId id="395" r:id="rId9"/>
    <p:sldId id="396" r:id="rId10"/>
    <p:sldId id="397" r:id="rId11"/>
    <p:sldId id="398" r:id="rId12"/>
    <p:sldId id="399" r:id="rId13"/>
    <p:sldId id="400" r:id="rId14"/>
    <p:sldId id="401" r:id="rId15"/>
    <p:sldId id="40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BD54C3-8144-9E4F-9A23-5A08D92DAE2B}" v="81" dt="2021-12-21T18:59:26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0" autoAdjust="0"/>
    <p:restoredTop sz="96327"/>
  </p:normalViewPr>
  <p:slideViewPr>
    <p:cSldViewPr snapToGrid="0" snapToObjects="1">
      <p:cViewPr varScale="1">
        <p:scale>
          <a:sx n="87" d="100"/>
          <a:sy n="87" d="100"/>
        </p:scale>
        <p:origin x="298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D34EA-CA4A-9D4F-95C2-7EB2B0B7D27B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DAFC3-C917-6040-A2DA-0C796181EC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92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78171-C08E-454E-8A66-8B8B7F47110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479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A552-EA9C-C941-87DC-58297CE8A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016A1-FD9A-9C4A-AC35-41710872D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5654D-CC5D-144B-B54D-F6BC4B8E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FF0C2-4DD7-C64B-A470-1F3C60A31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A1E6-FB29-BA43-9F2B-B0173468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34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8779-AFC5-DB42-AE0F-679B91E0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3BAF9-67F4-AB41-A579-8977753EF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9C95E-0878-AF47-B06C-90A72F7E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E1957-891E-4C45-A08A-B7B98977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B8727-3497-644C-8C10-91AB042B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D3BCC-98AB-7045-893F-764BBF62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677DF-0759-A447-9F0B-754630EEC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4DD7B-6F33-E340-B978-CFB9A4034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0D106-FB97-AC41-8E99-56304B1C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5340A-86E7-1B4F-A056-39E354444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6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29E9-5402-854B-88F1-BDD1AB8D0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70C0-032D-C443-BC5F-350E9480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2FB81-8A07-A34A-A41B-755775B19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2ECC6-D50A-6441-BBDC-E96AF773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E6376-9594-554D-AC3B-E43C3AA9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7E0A6-3B00-1B41-ABA3-071463B6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8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67136-C463-6642-A1B7-42BF71E7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1D655-56A7-DB4D-B8D4-070253172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98C97-E107-324C-83A2-2B1236F72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342E0-F53A-D147-A8D7-E893C9061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247A1-E5BC-9045-AB0C-67FCCA0E9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CD4BE4-A76F-DB46-AA4A-5CC97291D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288870-3814-B44A-ADC0-78E9E7957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F95C93-10B7-F646-BA68-6446B6C86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3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88E3-1ECE-734D-9814-FF1FF59CC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BC052-4B4A-F147-8F15-D00D2D26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404723-2403-AB4A-BDF1-C16DCB42E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93540-D1A5-1F43-8257-9DA84CE1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1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49E168-26C7-FB41-99A4-8CA7734E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83F4B2-C17A-754F-9C54-D36AAE378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A3279-7DB4-F04B-A197-568C659C3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4BCB-4159-2443-BFA3-411610C23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F2039-7E5D-2445-8550-DD05E9B74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93630-872C-0A4F-9549-5F6904C0D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5F66B-7FA2-134A-A615-FF114DB8C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92AF-1A3D-CE40-8858-616EC31FB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D18B2-8D7A-8542-9521-8456FE56A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3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B9EA-EA8B-2445-893C-2FB7C0C08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0143D-9506-AA40-9972-C8C940B3A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0B2B3-6C24-CA45-8713-CBCF7DAF1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C6409-4C3E-7E4B-AAA3-FC2A348E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7C8E1-D706-6247-BF0C-929BA655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F7D07-8F12-C84D-8CE6-065CBE4AC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39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6F6F-0B3A-174D-ADA0-AA05CF88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2734E-35DB-1644-8FDA-CEDBCBE27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3D087-7CF0-934D-A4AA-4CBCEFC71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C0A09-7A27-AF45-A2EB-D6337537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6B7BC-FF12-B54A-A805-9393D271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2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C0799B-65F2-2A46-AF03-89F928FF1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D9EC8-BF3F-DA43-BA8B-B195C8744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1DB90-97E6-1F49-9582-D2FC6D337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F9479-51FA-3343-B8F5-9B32069F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617A9-349A-F842-BBA6-BC26CCFA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66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B1DB27-F513-8845-8AB1-50232FC0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266DB-195D-C048-8694-0DA449658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D879E-907A-B34B-B383-845215B55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1AE23-D494-414B-9534-C815686CF39A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B59EA-96EA-C04B-8183-A467A71EC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0BD1E-3D55-9A46-A611-D2149273B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97C85F-4E22-424E-8ABA-7692FB4188A4}"/>
              </a:ext>
            </a:extLst>
          </p:cNvPr>
          <p:cNvSpPr/>
          <p:nvPr/>
        </p:nvSpPr>
        <p:spPr>
          <a:xfrm>
            <a:off x="5881685" y="4445348"/>
            <a:ext cx="4286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IN" sz="1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E17F5E-7BEC-2A4A-802D-803E2C0108CC}"/>
              </a:ext>
            </a:extLst>
          </p:cNvPr>
          <p:cNvSpPr/>
          <p:nvPr/>
        </p:nvSpPr>
        <p:spPr>
          <a:xfrm>
            <a:off x="3400615" y="5193303"/>
            <a:ext cx="537285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err="1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3200" b="1" dirty="0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Smita Tiwari</a:t>
            </a:r>
            <a:endParaRPr lang="en-IN" sz="3200" b="1" dirty="0" smtClean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 &amp; Technology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0A6791E-EF9A-A04B-A2E4-F233C901C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921" y="2478207"/>
            <a:ext cx="5453798" cy="714380"/>
          </a:xfrm>
        </p:spPr>
        <p:txBody>
          <a:bodyPr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- CSE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</a:t>
            </a:r>
            <a:endParaRPr lang="en-US" sz="3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ownload Sharda University Logo PNG and Vector (PDF, SVG, Ai, EPS) F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155" y="93018"/>
            <a:ext cx="4353059" cy="2385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A0BEB44-0E1D-AA4B-8233-0A526118C7CE}"/>
              </a:ext>
            </a:extLst>
          </p:cNvPr>
          <p:cNvSpPr/>
          <p:nvPr/>
        </p:nvSpPr>
        <p:spPr>
          <a:xfrm>
            <a:off x="2208871" y="3455733"/>
            <a:ext cx="77563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–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 – </a:t>
            </a:r>
            <a:r>
              <a:rPr lang="en-US" sz="3600" b="1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</a:t>
            </a:r>
            <a:r>
              <a:rPr lang="en-US" sz="3600" b="1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62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C8381-3AB4-344F-8D1E-E143DD2DD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Built-in functions to work with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E93DB-A453-704F-8C54-CE0DBA263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Various built-in functions that work with sequence, work with strings as well.</a:t>
            </a:r>
          </a:p>
          <a:p>
            <a:r>
              <a:rPr lang="en-US" dirty="0"/>
              <a:t>Some of the commonly used ones are </a:t>
            </a:r>
            <a:r>
              <a:rPr lang="en-US" b="1" dirty="0"/>
              <a:t>enumerate()</a:t>
            </a:r>
            <a:r>
              <a:rPr lang="en-US" dirty="0"/>
              <a:t> and </a:t>
            </a:r>
            <a:r>
              <a:rPr lang="en-US" b="1" dirty="0"/>
              <a:t>len()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enumerate()</a:t>
            </a:r>
            <a:r>
              <a:rPr lang="en-US" dirty="0"/>
              <a:t> returns an enumerate object which contains the index and value of all the items in the string as pairs. This can be useful for iteration.</a:t>
            </a:r>
          </a:p>
          <a:p>
            <a:r>
              <a:rPr lang="en-US" dirty="0"/>
              <a:t>Similarly, </a:t>
            </a:r>
            <a:r>
              <a:rPr lang="en-US" b="1" dirty="0"/>
              <a:t>len()</a:t>
            </a:r>
            <a:r>
              <a:rPr lang="en-US" dirty="0"/>
              <a:t> returns the length (no. of characters) of the string.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51B92-6248-448B-8A49-B364B8491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7B26-1507-47C4-8262-50C8B9535417}" type="datetime1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8276E-3F6F-462C-9317-CE38FD0E6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740A0-74C4-4142-B10E-F2EA9D6A5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6A64C-3E2D-9149-A66B-6ADC4E2D85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350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C8381-3AB4-344F-8D1E-E143DD2DD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Built-in functions to work with Python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16CD3F-56DF-44D6-9731-D132CD1B7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2194" y="1825625"/>
            <a:ext cx="8927611" cy="4351338"/>
          </a:xfr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75779A-D547-4A80-B91A-2BAE4EE91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9B0A2-FD45-461D-BFD9-6DA570D3D82B}" type="datetime1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81D5837-0C77-4DCE-A5CE-86BBF69F8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DEBC537-1A9E-42C3-B13B-26877214B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6A64C-3E2D-9149-A66B-6ADC4E2D85E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527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7B6DA-7CDE-7C4E-BEB9-080DD252C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String Formatting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61B20-5605-094B-91C6-3E2427F14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21427"/>
          </a:xfrm>
        </p:spPr>
        <p:txBody>
          <a:bodyPr/>
          <a:lstStyle/>
          <a:p>
            <a:r>
              <a:rPr lang="en-US" b="1" dirty="0"/>
              <a:t>Escape Sequence</a:t>
            </a:r>
            <a:endParaRPr lang="en-US" dirty="0"/>
          </a:p>
          <a:p>
            <a:pPr lvl="1"/>
            <a:r>
              <a:rPr lang="en-US" dirty="0"/>
              <a:t>If we want to print a text like </a:t>
            </a:r>
            <a:r>
              <a:rPr lang="en-US" b="1" dirty="0"/>
              <a:t>“She said, “What’s there?”</a:t>
            </a:r>
            <a:r>
              <a:rPr lang="en-US" dirty="0"/>
              <a:t>, we can neither use single quotes nor double quotes.</a:t>
            </a:r>
          </a:p>
          <a:p>
            <a:pPr lvl="1"/>
            <a:r>
              <a:rPr lang="en-US" dirty="0"/>
              <a:t>This will result in a </a:t>
            </a:r>
            <a:r>
              <a:rPr lang="en-US" b="1" dirty="0"/>
              <a:t>SyntaxError</a:t>
            </a:r>
            <a:r>
              <a:rPr lang="en-US" dirty="0"/>
              <a:t> as the text itself contains both single and double quotes.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183607-DE94-4DF0-8CA0-06B1F85A9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928" y="3881989"/>
            <a:ext cx="6950143" cy="2388757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53E74B3-AA0C-4EA6-A4B9-50B607BB3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FF37C-B646-4A9B-81F8-576C093EC58E}" type="datetime1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1C85966-7A05-4691-B6FD-716186CE1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A2EE07E-A3E1-41BC-836B-1CBE3C311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6A64C-3E2D-9149-A66B-6ADC4E2D85E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81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7B6DA-7CDE-7C4E-BEB9-080DD252C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String Formatting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61B20-5605-094B-91C6-3E2427F14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30349"/>
          </a:xfrm>
        </p:spPr>
        <p:txBody>
          <a:bodyPr/>
          <a:lstStyle/>
          <a:p>
            <a:r>
              <a:rPr lang="en-US" dirty="0"/>
              <a:t>One way to solve this is to use triple quotes.</a:t>
            </a:r>
          </a:p>
          <a:p>
            <a:r>
              <a:rPr lang="en-US" dirty="0"/>
              <a:t>Alternatively, we can use </a:t>
            </a:r>
            <a:r>
              <a:rPr lang="en-US" b="1" dirty="0"/>
              <a:t>escape sequences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An </a:t>
            </a:r>
            <a:r>
              <a:rPr lang="en-US" b="1" dirty="0"/>
              <a:t>escape sequence</a:t>
            </a:r>
            <a:r>
              <a:rPr lang="en-US" dirty="0"/>
              <a:t> starts with a backslash (\) and is interpreted differently.</a:t>
            </a:r>
          </a:p>
          <a:p>
            <a:r>
              <a:rPr lang="en-US" dirty="0"/>
              <a:t>If we use a single quote to represent a string, all the single quotes inside the string must be escaped. </a:t>
            </a:r>
          </a:p>
          <a:p>
            <a:r>
              <a:rPr lang="en-US" dirty="0"/>
              <a:t>Similar is the case with double quotes. On the next slide, it is shown that how it can be done to represent the text which we saw in previous slide.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53E74B3-AA0C-4EA6-A4B9-50B607BB3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FF37C-B646-4A9B-81F8-576C093EC58E}" type="datetime1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1C85966-7A05-4691-B6FD-716186CE1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A2EE07E-A3E1-41BC-836B-1CBE3C311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6A64C-3E2D-9149-A66B-6ADC4E2D85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899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7B6DA-7CDE-7C4E-BEB9-080DD252C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String Formatting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53E74B3-AA0C-4EA6-A4B9-50B607BB3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FF37C-B646-4A9B-81F8-576C093EC58E}" type="datetime1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1C85966-7A05-4691-B6FD-716186CE1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A2EE07E-A3E1-41BC-836B-1CBE3C311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6A64C-3E2D-9149-A66B-6ADC4E2D85E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87A487-FC54-49C1-89E4-8AC2307F1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922" y="1517815"/>
            <a:ext cx="8249726" cy="33685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165E3C-3691-464A-8E08-74BD4E5543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411"/>
          <a:stretch/>
        </p:blipFill>
        <p:spPr>
          <a:xfrm>
            <a:off x="5875066" y="4958556"/>
            <a:ext cx="6190278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663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CB3F381-37C9-4065-A518-8656F97FCE1A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3139108" y="1372235"/>
          <a:ext cx="5913783" cy="5120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6670">
                  <a:extLst>
                    <a:ext uri="{9D8B030D-6E8A-4147-A177-3AD203B41FA5}">
                      <a16:colId xmlns:a16="http://schemas.microsoft.com/office/drawing/2014/main" val="813389007"/>
                    </a:ext>
                  </a:extLst>
                </a:gridCol>
                <a:gridCol w="3737113">
                  <a:extLst>
                    <a:ext uri="{9D8B030D-6E8A-4147-A177-3AD203B41FA5}">
                      <a16:colId xmlns:a16="http://schemas.microsoft.com/office/drawing/2014/main" val="2567337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Escape Sequence</a:t>
                      </a:r>
                      <a:endParaRPr lang="en-IN" sz="1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Description</a:t>
                      </a:r>
                      <a:endParaRPr lang="en-IN" sz="1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823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\newline</a:t>
                      </a:r>
                      <a:endParaRPr lang="en-IN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Backslash and newline ignored</a:t>
                      </a:r>
                      <a:endParaRPr lang="en-IN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8780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\\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Backslash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264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\’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Single quote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929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\”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Double quote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048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\a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ASCII Bell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938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\b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ASCII Backspace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8559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\f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ASCII Formfeed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9889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\n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ASCII Linefeed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6618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\r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ASCII Carriage Return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8806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\t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ASCII Horizontal Tab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949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\v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ASCII Vertical Tab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397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\ooo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Character with octal value ooo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2318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\xHH</a:t>
                      </a:r>
                      <a:endParaRPr lang="en-IN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Character with hexadecimal value HH</a:t>
                      </a:r>
                      <a:endParaRPr lang="en-IN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2280630"/>
                  </a:ext>
                </a:extLst>
              </a:tr>
            </a:tbl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53E74B3-AA0C-4EA6-A4B9-50B607BB3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FF37C-B646-4A9B-81F8-576C093EC58E}" type="datetime1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1C85966-7A05-4691-B6FD-716186CE1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A2EE07E-A3E1-41BC-836B-1CBE3C311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6A64C-3E2D-9149-A66B-6ADC4E2D85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D177F9-6C6F-46EF-B0DB-EEC868C9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Python String Formatting</a:t>
            </a:r>
          </a:p>
        </p:txBody>
      </p:sp>
    </p:spTree>
    <p:extLst>
      <p:ext uri="{BB962C8B-B14F-4D97-AF65-F5344CB8AC3E}">
        <p14:creationId xmlns:p14="http://schemas.microsoft.com/office/powerpoint/2010/main" val="4234161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7B6DA-7CDE-7C4E-BEB9-080DD252C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String Formatting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53E74B3-AA0C-4EA6-A4B9-50B607BB3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FF37C-B646-4A9B-81F8-576C093EC58E}" type="datetime1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1C85966-7A05-4691-B6FD-716186CE1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A2EE07E-A3E1-41BC-836B-1CBE3C311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6A64C-3E2D-9149-A66B-6ADC4E2D85E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2682BE-D871-4718-9CB5-EE8BC4711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178" y="1585647"/>
            <a:ext cx="10384622" cy="416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037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28D49-0B0C-4C4E-BE87-71043D6E2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Raw String to ignore scape sequence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B6F9A-8701-4FEA-9CCE-20085D4B4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00713"/>
          </a:xfrm>
        </p:spPr>
        <p:txBody>
          <a:bodyPr>
            <a:normAutofit/>
          </a:bodyPr>
          <a:lstStyle/>
          <a:p>
            <a:r>
              <a:rPr lang="en-US" dirty="0"/>
              <a:t>Sometimes we may wish to ignore the escape sequences inside a string. To do this, we can place </a:t>
            </a:r>
            <a:r>
              <a:rPr lang="en-US" b="1" dirty="0"/>
              <a:t>r</a:t>
            </a:r>
            <a:r>
              <a:rPr lang="en-US" dirty="0"/>
              <a:t> or </a:t>
            </a:r>
            <a:r>
              <a:rPr lang="en-US" b="1" dirty="0"/>
              <a:t>R</a:t>
            </a:r>
            <a:r>
              <a:rPr lang="en-US" dirty="0"/>
              <a:t> in front of the string. This will imply that it is a raw string and any escape sequence inside it will be ignored.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5D2F1-B788-4602-852B-2ADEE427C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944C-5634-48D7-BCC1-532AD831041F}" type="datetime1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65EDA-875E-4D97-A2DE-A6A690E4F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94C1C-DC7C-43AC-A0DE-F72C24EB3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6A64C-3E2D-9149-A66B-6ADC4E2D85E2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F3FA39-1BC6-45EF-A141-DE7B4F118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590" y="3626338"/>
            <a:ext cx="7474819" cy="243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04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8134C-CF24-4B69-8700-DE33F3143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format() Method for Formatting Strings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21047-E315-4C46-A843-FB08469E6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format()</a:t>
            </a:r>
            <a:r>
              <a:rPr lang="en-US" dirty="0"/>
              <a:t> method that is available with the string object is very versatile and powerful in formatting strings.</a:t>
            </a:r>
          </a:p>
          <a:p>
            <a:r>
              <a:rPr lang="en-US" dirty="0"/>
              <a:t>Format strings contain curly braces </a:t>
            </a:r>
            <a:r>
              <a:rPr lang="en-US" b="1" dirty="0"/>
              <a:t>{}</a:t>
            </a:r>
            <a:r>
              <a:rPr lang="en-US" dirty="0"/>
              <a:t> as </a:t>
            </a:r>
            <a:r>
              <a:rPr lang="en-US" u="sng" dirty="0"/>
              <a:t>placeholders</a:t>
            </a:r>
            <a:r>
              <a:rPr lang="en-US" dirty="0"/>
              <a:t> or replacement fields which get replaced.</a:t>
            </a:r>
          </a:p>
          <a:p>
            <a:r>
              <a:rPr lang="en-US" dirty="0"/>
              <a:t>We can use positional arguments or keyword arguments to specify the order.</a:t>
            </a:r>
          </a:p>
          <a:p>
            <a:r>
              <a:rPr lang="en-US" dirty="0"/>
              <a:t>Example shown on the next slide. 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A2508-3510-48A3-9683-A36CC7796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944C-5634-48D7-BCC1-532AD831041F}" type="datetime1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E407B-FDB9-433B-9F9D-18CDC243E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0E6A0-E981-4587-894A-77A79E732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6A64C-3E2D-9149-A66B-6ADC4E2D85E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08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8134C-CF24-4B69-8700-DE33F3143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format() Method for Formatting Strings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A2508-3510-48A3-9683-A36CC7796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944C-5634-48D7-BCC1-532AD831041F}" type="datetime1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E407B-FDB9-433B-9F9D-18CDC243E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0E6A0-E981-4587-894A-77A79E732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6A64C-3E2D-9149-A66B-6ADC4E2D85E2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080A24-D23E-4E98-A7A7-E60F529AC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31" y="1444938"/>
            <a:ext cx="8389427" cy="37522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FF0654-480C-4970-BFC9-8883DE5D8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7662" y="4579266"/>
            <a:ext cx="2842153" cy="185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828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8134C-CF24-4B69-8700-DE33F3143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format() Method for Formatting Strings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21047-E315-4C46-A843-FB08469E6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format()</a:t>
            </a:r>
            <a:r>
              <a:rPr lang="en-US" dirty="0"/>
              <a:t> method can have optional format specifications.</a:t>
            </a:r>
          </a:p>
          <a:p>
            <a:r>
              <a:rPr lang="en-US" dirty="0"/>
              <a:t>They are separated from the field name using colon.</a:t>
            </a:r>
          </a:p>
          <a:p>
            <a:r>
              <a:rPr lang="en-US" dirty="0"/>
              <a:t>For example, we can left-justify &lt;, right-justify &gt;, or center ^ a string in the given space.</a:t>
            </a:r>
          </a:p>
          <a:p>
            <a:endParaRPr lang="en-US" dirty="0"/>
          </a:p>
          <a:p>
            <a:r>
              <a:rPr lang="en-US" dirty="0"/>
              <a:t>We can also format integers as binary, hexadecimal, etc. and floats can be rounded or displayed in the exponent format.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A2508-3510-48A3-9683-A36CC7796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944C-5634-48D7-BCC1-532AD831041F}" type="datetime1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E407B-FDB9-433B-9F9D-18CDC243E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0E6A0-E981-4587-894A-77A79E732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6A64C-3E2D-9149-A66B-6ADC4E2D85E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692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8134C-CF24-4B69-8700-DE33F3143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format() Method for Formatting Strings</a:t>
            </a:r>
            <a:endParaRPr lang="en-IN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BF8FE03-C67C-40E8-A4D6-E9990F3B65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8473" y="1357836"/>
            <a:ext cx="7736651" cy="499851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A2508-3510-48A3-9683-A36CC7796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944C-5634-48D7-BCC1-532AD831041F}" type="datetime1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E407B-FDB9-433B-9F9D-18CDC243E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0E6A0-E981-4587-894A-77A79E732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6A64C-3E2D-9149-A66B-6ADC4E2D85E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366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3F42C-A7D5-462A-8459-CDD08ACF9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Old style formatting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4958D-0FFE-44EA-80E7-CBDB57FFD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en-US" dirty="0"/>
              <a:t>We can even format strings like the old </a:t>
            </a:r>
            <a:r>
              <a:rPr lang="en-US" b="1" dirty="0"/>
              <a:t>sprintf()</a:t>
            </a:r>
            <a:r>
              <a:rPr lang="en-US" dirty="0"/>
              <a:t> style used in C programming language. We can use the </a:t>
            </a:r>
            <a:r>
              <a:rPr lang="en-US" b="1" dirty="0"/>
              <a:t>%</a:t>
            </a:r>
            <a:r>
              <a:rPr lang="en-US" dirty="0"/>
              <a:t> operator to accomplish this.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C81C7-28E0-4181-853F-39E20BB44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944C-5634-48D7-BCC1-532AD831041F}" type="datetime1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1DC87-0E54-4AD5-8E75-52FB3BEB8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38CD5-5BB7-4446-81D8-CD7B9265B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6A64C-3E2D-9149-A66B-6ADC4E2D85E2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45FE91-A8F7-4BC8-9936-D5C619A11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076" y="3034298"/>
            <a:ext cx="7329847" cy="332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12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57496"/>
            <a:ext cx="12192000" cy="133350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IN" sz="72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7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AC757-DDD3-264F-B77D-C44FF96F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5B033-4CD3-4AFF-81BD-CC47E28572D1}" type="datetime1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46BFF-1913-2942-A686-B7A2F817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BCCB6-5866-B84A-B6CB-0D0953C8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FD74-5DBD-DC4F-A114-E2C9B32FA9B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82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10049</TotalTime>
  <Words>607</Words>
  <Application>Microsoft Office PowerPoint</Application>
  <PresentationFormat>Widescreen</PresentationFormat>
  <Paragraphs>115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Branch - CSE Python Programming</vt:lpstr>
      <vt:lpstr>Built-in functions to work with Python</vt:lpstr>
      <vt:lpstr>Built-in functions to work with Python</vt:lpstr>
      <vt:lpstr>Python String Formatting</vt:lpstr>
      <vt:lpstr>Python String Formatting</vt:lpstr>
      <vt:lpstr>Python String Formatting</vt:lpstr>
      <vt:lpstr>Python String Formatting</vt:lpstr>
      <vt:lpstr>Python String Formatting</vt:lpstr>
      <vt:lpstr>Raw String to ignore scape sequence</vt:lpstr>
      <vt:lpstr>The format() Method for Formatting Strings</vt:lpstr>
      <vt:lpstr>The format() Method for Formatting Strings</vt:lpstr>
      <vt:lpstr>The format() Method for Formatting Strings</vt:lpstr>
      <vt:lpstr>The format() Method for Formatting Strings</vt:lpstr>
      <vt:lpstr>Old style formatting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 - CSE Python Programming</dc:title>
  <dc:creator>Shobhit Tyagi</dc:creator>
  <cp:lastModifiedBy>Smita Tiwari</cp:lastModifiedBy>
  <cp:revision>16</cp:revision>
  <dcterms:created xsi:type="dcterms:W3CDTF">2021-12-21T18:25:55Z</dcterms:created>
  <dcterms:modified xsi:type="dcterms:W3CDTF">2025-01-29T14:13:16Z</dcterms:modified>
</cp:coreProperties>
</file>